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3" r:id="rId1"/>
    <p:sldMasterId id="2147483714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embeddedFontLst>
    <p:embeddedFont>
      <p:font typeface="Crimson Pro" panose="020B0604020202020204" charset="0"/>
      <p:regular r:id="rId13"/>
      <p:bold r:id="rId14"/>
      <p:italic r:id="rId15"/>
      <p:boldItalic r:id="rId16"/>
    </p:embeddedFont>
    <p:embeddedFont>
      <p:font typeface="Crimson Pro Medium" panose="020B0604020202020204" charset="0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  <p:embeddedFont>
      <p:font typeface="Roboto Slab" pitchFamily="2" charset="0"/>
      <p:regular r:id="rId25"/>
      <p:bold r:id="rId26"/>
    </p:embeddedFont>
    <p:embeddedFont>
      <p:font typeface="Space Grotesk" panose="020B060402020202020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8C0B7D-414A-4D06-8703-20C3257786CD}">
  <a:tblStyle styleId="{F68C0B7D-414A-4D06-8703-20C3257786C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2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1.xml"/><Relationship Id="rId21" Type="http://schemas.openxmlformats.org/officeDocument/2006/relationships/font" Target="fonts/font9.fntdata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c5972b4720_1_5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c5972b4720_1_5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c5972b4720_1_10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c5972b4720_1_10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c5972b4720_1_1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c5972b4720_1_1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c5972b4720_1_1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c5972b4720_1_1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c5972b4720_1_1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c5972b4720_1_10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c5972b4720_1_1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c5972b4720_1_1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c5972b4720_1_1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c5972b4720_1_1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c5a150dd7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c5a150dd7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c5a150dd76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c5a150dd76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 type="title">
  <p:cSld name="TITLE">
    <p:bg>
      <p:bgPr>
        <a:solidFill>
          <a:schemeClr val="lt2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285750" y="1639500"/>
            <a:ext cx="8572500" cy="18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1"/>
          </p:nvPr>
        </p:nvSpPr>
        <p:spPr>
          <a:xfrm>
            <a:off x="342750" y="3820125"/>
            <a:ext cx="2148300" cy="5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ubTitle" idx="3"/>
          </p:nvPr>
        </p:nvSpPr>
        <p:spPr>
          <a:xfrm>
            <a:off x="6652800" y="3820125"/>
            <a:ext cx="2148300" cy="5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ivider" type="secHead">
  <p:cSld name="SECTION_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4634650" y="223475"/>
            <a:ext cx="4280700" cy="17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title" idx="3"/>
          </p:nvPr>
        </p:nvSpPr>
        <p:spPr>
          <a:xfrm>
            <a:off x="0" y="3677475"/>
            <a:ext cx="2491200" cy="124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 type="tx">
  <p:cSld name="TITLE_AND_BODY">
    <p:bg>
      <p:bgPr>
        <a:solidFill>
          <a:schemeClr val="dk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>
            <a:spLocks noGrp="1"/>
          </p:cNvSpPr>
          <p:nvPr>
            <p:ph type="pic" idx="2"/>
          </p:nvPr>
        </p:nvSpPr>
        <p:spPr>
          <a:xfrm rot="10800000" flipH="1">
            <a:off x="226950" y="1218789"/>
            <a:ext cx="2086200" cy="1883100"/>
          </a:xfrm>
          <a:prstGeom prst="corner">
            <a:avLst>
              <a:gd name="adj1" fmla="val 83590"/>
              <a:gd name="adj2" fmla="val 81097"/>
            </a:avLst>
          </a:prstGeom>
          <a:noFill/>
          <a:ln>
            <a:noFill/>
          </a:ln>
        </p:spPr>
      </p:sp>
      <p:sp>
        <p:nvSpPr>
          <p:cNvPr id="73" name="Google Shape;73;p16"/>
          <p:cNvSpPr>
            <a:spLocks noGrp="1"/>
          </p:cNvSpPr>
          <p:nvPr>
            <p:ph type="pic" idx="3"/>
          </p:nvPr>
        </p:nvSpPr>
        <p:spPr>
          <a:xfrm flipH="1">
            <a:off x="2428286" y="1218789"/>
            <a:ext cx="2086200" cy="1883100"/>
          </a:xfrm>
          <a:prstGeom prst="corner">
            <a:avLst>
              <a:gd name="adj1" fmla="val 83590"/>
              <a:gd name="adj2" fmla="val 81097"/>
            </a:avLst>
          </a:prstGeom>
          <a:noFill/>
          <a:ln>
            <a:noFill/>
          </a:ln>
        </p:spPr>
      </p:sp>
      <p:sp>
        <p:nvSpPr>
          <p:cNvPr id="74" name="Google Shape;74;p16"/>
          <p:cNvSpPr>
            <a:spLocks noGrp="1"/>
          </p:cNvSpPr>
          <p:nvPr>
            <p:ph type="pic" idx="4"/>
          </p:nvPr>
        </p:nvSpPr>
        <p:spPr>
          <a:xfrm rot="10800000">
            <a:off x="4629568" y="1218789"/>
            <a:ext cx="2086200" cy="1883100"/>
          </a:xfrm>
          <a:prstGeom prst="corner">
            <a:avLst>
              <a:gd name="adj1" fmla="val 83590"/>
              <a:gd name="adj2" fmla="val 81097"/>
            </a:avLst>
          </a:prstGeom>
          <a:noFill/>
          <a:ln>
            <a:noFill/>
          </a:ln>
        </p:spPr>
      </p:sp>
      <p:sp>
        <p:nvSpPr>
          <p:cNvPr id="75" name="Google Shape;75;p16"/>
          <p:cNvSpPr>
            <a:spLocks noGrp="1"/>
          </p:cNvSpPr>
          <p:nvPr>
            <p:ph type="pic" idx="5"/>
          </p:nvPr>
        </p:nvSpPr>
        <p:spPr>
          <a:xfrm flipH="1">
            <a:off x="6830850" y="1218789"/>
            <a:ext cx="2086200" cy="1883100"/>
          </a:xfrm>
          <a:prstGeom prst="corner">
            <a:avLst>
              <a:gd name="adj1" fmla="val 83590"/>
              <a:gd name="adj2" fmla="val 81097"/>
            </a:avLst>
          </a:prstGeom>
          <a:noFill/>
          <a:ln>
            <a:noFill/>
          </a:ln>
        </p:spPr>
      </p:sp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211675" y="3093025"/>
            <a:ext cx="2101500" cy="44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title" idx="6"/>
          </p:nvPr>
        </p:nvSpPr>
        <p:spPr>
          <a:xfrm>
            <a:off x="2420625" y="3093025"/>
            <a:ext cx="2101500" cy="44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title" idx="7"/>
          </p:nvPr>
        </p:nvSpPr>
        <p:spPr>
          <a:xfrm>
            <a:off x="4629575" y="3093025"/>
            <a:ext cx="2101500" cy="44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title" idx="8"/>
          </p:nvPr>
        </p:nvSpPr>
        <p:spPr>
          <a:xfrm>
            <a:off x="6823200" y="3093025"/>
            <a:ext cx="2101500" cy="44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subTitle" idx="1"/>
          </p:nvPr>
        </p:nvSpPr>
        <p:spPr>
          <a:xfrm>
            <a:off x="230900" y="3518675"/>
            <a:ext cx="2086200" cy="3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"/>
              <a:buNone/>
              <a:defRPr sz="1800">
                <a:solidFill>
                  <a:schemeClr val="dk2"/>
                </a:solidFill>
                <a:latin typeface="Crimson Pro"/>
                <a:ea typeface="Crimson Pro"/>
                <a:cs typeface="Crimson Pro"/>
                <a:sym typeface="Crimso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subTitle" idx="9"/>
          </p:nvPr>
        </p:nvSpPr>
        <p:spPr>
          <a:xfrm>
            <a:off x="2428275" y="3518675"/>
            <a:ext cx="2086200" cy="3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"/>
              <a:buNone/>
              <a:defRPr sz="1800">
                <a:solidFill>
                  <a:schemeClr val="dk2"/>
                </a:solidFill>
                <a:latin typeface="Crimson Pro"/>
                <a:ea typeface="Crimson Pro"/>
                <a:cs typeface="Crimson Pro"/>
                <a:sym typeface="Crimso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subTitle" idx="13"/>
          </p:nvPr>
        </p:nvSpPr>
        <p:spPr>
          <a:xfrm>
            <a:off x="4625650" y="3518675"/>
            <a:ext cx="2086200" cy="3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"/>
              <a:buNone/>
              <a:defRPr sz="1800">
                <a:solidFill>
                  <a:schemeClr val="dk2"/>
                </a:solidFill>
                <a:latin typeface="Crimson Pro"/>
                <a:ea typeface="Crimson Pro"/>
                <a:cs typeface="Crimson Pro"/>
                <a:sym typeface="Crimso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ubTitle" idx="14"/>
          </p:nvPr>
        </p:nvSpPr>
        <p:spPr>
          <a:xfrm>
            <a:off x="6823025" y="3518675"/>
            <a:ext cx="2086200" cy="3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"/>
              <a:buNone/>
              <a:defRPr sz="1800">
                <a:solidFill>
                  <a:schemeClr val="dk2"/>
                </a:solidFill>
                <a:latin typeface="Crimson Pro"/>
                <a:ea typeface="Crimson Pro"/>
                <a:cs typeface="Crimson Pro"/>
                <a:sym typeface="Crimso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15"/>
          </p:nvPr>
        </p:nvSpPr>
        <p:spPr>
          <a:xfrm>
            <a:off x="219325" y="3935075"/>
            <a:ext cx="2086200" cy="9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6"/>
          </p:nvPr>
        </p:nvSpPr>
        <p:spPr>
          <a:xfrm>
            <a:off x="2428275" y="3935075"/>
            <a:ext cx="2086200" cy="9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7"/>
          </p:nvPr>
        </p:nvSpPr>
        <p:spPr>
          <a:xfrm>
            <a:off x="4637225" y="3935075"/>
            <a:ext cx="2086200" cy="9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8"/>
          </p:nvPr>
        </p:nvSpPr>
        <p:spPr>
          <a:xfrm>
            <a:off x="6846175" y="3935075"/>
            <a:ext cx="2086200" cy="9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title" idx="19"/>
          </p:nvPr>
        </p:nvSpPr>
        <p:spPr>
          <a:xfrm>
            <a:off x="230900" y="454775"/>
            <a:ext cx="4406400" cy="44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s of contents" type="twoColTx">
  <p:cSld name="TITLE_AND_TWO_COLUMNS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1" name="Google Shape;91;p17"/>
          <p:cNvGrpSpPr/>
          <p:nvPr/>
        </p:nvGrpSpPr>
        <p:grpSpPr>
          <a:xfrm>
            <a:off x="162" y="98"/>
            <a:ext cx="9143669" cy="5143312"/>
            <a:chOff x="238125" y="848375"/>
            <a:chExt cx="7144050" cy="4018527"/>
          </a:xfrm>
        </p:grpSpPr>
        <p:sp>
          <p:nvSpPr>
            <p:cNvPr id="92" name="Google Shape;92;p17"/>
            <p:cNvSpPr/>
            <p:nvPr/>
          </p:nvSpPr>
          <p:spPr>
            <a:xfrm>
              <a:off x="238125" y="848377"/>
              <a:ext cx="5017377" cy="4018525"/>
            </a:xfrm>
            <a:custGeom>
              <a:avLst/>
              <a:gdLst/>
              <a:ahLst/>
              <a:cxnLst/>
              <a:rect l="l" t="t" r="r" b="b"/>
              <a:pathLst>
                <a:path w="191211" h="160741" extrusionOk="0">
                  <a:moveTo>
                    <a:pt x="0" y="0"/>
                  </a:moveTo>
                  <a:lnTo>
                    <a:pt x="0" y="160741"/>
                  </a:lnTo>
                  <a:lnTo>
                    <a:pt x="118091" y="160741"/>
                  </a:lnTo>
                  <a:lnTo>
                    <a:pt x="117329" y="160729"/>
                  </a:lnTo>
                  <a:lnTo>
                    <a:pt x="115829" y="160574"/>
                  </a:lnTo>
                  <a:lnTo>
                    <a:pt x="114376" y="160277"/>
                  </a:lnTo>
                  <a:lnTo>
                    <a:pt x="112971" y="159848"/>
                  </a:lnTo>
                  <a:lnTo>
                    <a:pt x="111638" y="159276"/>
                  </a:lnTo>
                  <a:lnTo>
                    <a:pt x="110376" y="158586"/>
                  </a:lnTo>
                  <a:lnTo>
                    <a:pt x="109185" y="157788"/>
                  </a:lnTo>
                  <a:lnTo>
                    <a:pt x="108078" y="156883"/>
                  </a:lnTo>
                  <a:lnTo>
                    <a:pt x="107077" y="155871"/>
                  </a:lnTo>
                  <a:lnTo>
                    <a:pt x="106161" y="154764"/>
                  </a:lnTo>
                  <a:lnTo>
                    <a:pt x="105363" y="153573"/>
                  </a:lnTo>
                  <a:lnTo>
                    <a:pt x="104672" y="152311"/>
                  </a:lnTo>
                  <a:lnTo>
                    <a:pt x="104113" y="150977"/>
                  </a:lnTo>
                  <a:lnTo>
                    <a:pt x="103672" y="149584"/>
                  </a:lnTo>
                  <a:lnTo>
                    <a:pt x="103374" y="148132"/>
                  </a:lnTo>
                  <a:lnTo>
                    <a:pt x="103220" y="146620"/>
                  </a:lnTo>
                  <a:lnTo>
                    <a:pt x="103208" y="145857"/>
                  </a:lnTo>
                  <a:lnTo>
                    <a:pt x="103208" y="77846"/>
                  </a:lnTo>
                  <a:lnTo>
                    <a:pt x="103220" y="77072"/>
                  </a:lnTo>
                  <a:lnTo>
                    <a:pt x="103374" y="75572"/>
                  </a:lnTo>
                  <a:lnTo>
                    <a:pt x="103672" y="74119"/>
                  </a:lnTo>
                  <a:lnTo>
                    <a:pt x="104113" y="72714"/>
                  </a:lnTo>
                  <a:lnTo>
                    <a:pt x="104672" y="71381"/>
                  </a:lnTo>
                  <a:lnTo>
                    <a:pt x="105363" y="70119"/>
                  </a:lnTo>
                  <a:lnTo>
                    <a:pt x="106161" y="68928"/>
                  </a:lnTo>
                  <a:lnTo>
                    <a:pt x="107077" y="67833"/>
                  </a:lnTo>
                  <a:lnTo>
                    <a:pt x="108078" y="66821"/>
                  </a:lnTo>
                  <a:lnTo>
                    <a:pt x="109185" y="65904"/>
                  </a:lnTo>
                  <a:lnTo>
                    <a:pt x="110376" y="65106"/>
                  </a:lnTo>
                  <a:lnTo>
                    <a:pt x="111638" y="64415"/>
                  </a:lnTo>
                  <a:lnTo>
                    <a:pt x="112971" y="63856"/>
                  </a:lnTo>
                  <a:lnTo>
                    <a:pt x="114376" y="63415"/>
                  </a:lnTo>
                  <a:lnTo>
                    <a:pt x="115829" y="63118"/>
                  </a:lnTo>
                  <a:lnTo>
                    <a:pt x="117329" y="62975"/>
                  </a:lnTo>
                  <a:lnTo>
                    <a:pt x="118091" y="62963"/>
                  </a:lnTo>
                  <a:lnTo>
                    <a:pt x="161444" y="62963"/>
                  </a:lnTo>
                  <a:lnTo>
                    <a:pt x="162206" y="62939"/>
                  </a:lnTo>
                  <a:lnTo>
                    <a:pt x="163718" y="62796"/>
                  </a:lnTo>
                  <a:lnTo>
                    <a:pt x="165170" y="62498"/>
                  </a:lnTo>
                  <a:lnTo>
                    <a:pt x="166563" y="62058"/>
                  </a:lnTo>
                  <a:lnTo>
                    <a:pt x="167897" y="61498"/>
                  </a:lnTo>
                  <a:lnTo>
                    <a:pt x="169159" y="60808"/>
                  </a:lnTo>
                  <a:lnTo>
                    <a:pt x="170350" y="60010"/>
                  </a:lnTo>
                  <a:lnTo>
                    <a:pt x="171457" y="59093"/>
                  </a:lnTo>
                  <a:lnTo>
                    <a:pt x="172469" y="58081"/>
                  </a:lnTo>
                  <a:lnTo>
                    <a:pt x="173374" y="56986"/>
                  </a:lnTo>
                  <a:lnTo>
                    <a:pt x="174172" y="55795"/>
                  </a:lnTo>
                  <a:lnTo>
                    <a:pt x="174862" y="54533"/>
                  </a:lnTo>
                  <a:lnTo>
                    <a:pt x="175434" y="53199"/>
                  </a:lnTo>
                  <a:lnTo>
                    <a:pt x="175863" y="51794"/>
                  </a:lnTo>
                  <a:lnTo>
                    <a:pt x="176160" y="50342"/>
                  </a:lnTo>
                  <a:lnTo>
                    <a:pt x="176315" y="48841"/>
                  </a:lnTo>
                  <a:lnTo>
                    <a:pt x="176327" y="48079"/>
                  </a:lnTo>
                  <a:lnTo>
                    <a:pt x="176327" y="14883"/>
                  </a:lnTo>
                  <a:lnTo>
                    <a:pt x="176339" y="14121"/>
                  </a:lnTo>
                  <a:lnTo>
                    <a:pt x="176494" y="12609"/>
                  </a:lnTo>
                  <a:lnTo>
                    <a:pt x="176791" y="11157"/>
                  </a:lnTo>
                  <a:lnTo>
                    <a:pt x="177220" y="9764"/>
                  </a:lnTo>
                  <a:lnTo>
                    <a:pt x="177792" y="8430"/>
                  </a:lnTo>
                  <a:lnTo>
                    <a:pt x="178482" y="7168"/>
                  </a:lnTo>
                  <a:lnTo>
                    <a:pt x="179280" y="5977"/>
                  </a:lnTo>
                  <a:lnTo>
                    <a:pt x="180185" y="4870"/>
                  </a:lnTo>
                  <a:lnTo>
                    <a:pt x="181197" y="3858"/>
                  </a:lnTo>
                  <a:lnTo>
                    <a:pt x="182304" y="2953"/>
                  </a:lnTo>
                  <a:lnTo>
                    <a:pt x="183495" y="2155"/>
                  </a:lnTo>
                  <a:lnTo>
                    <a:pt x="184757" y="1465"/>
                  </a:lnTo>
                  <a:lnTo>
                    <a:pt x="186091" y="893"/>
                  </a:lnTo>
                  <a:lnTo>
                    <a:pt x="187484" y="464"/>
                  </a:lnTo>
                  <a:lnTo>
                    <a:pt x="188936" y="167"/>
                  </a:lnTo>
                  <a:lnTo>
                    <a:pt x="190448" y="12"/>
                  </a:lnTo>
                  <a:lnTo>
                    <a:pt x="1912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3" name="Google Shape;93;p17"/>
            <p:cNvSpPr/>
            <p:nvPr/>
          </p:nvSpPr>
          <p:spPr>
            <a:xfrm>
              <a:off x="7010075" y="848375"/>
              <a:ext cx="372100" cy="372100"/>
            </a:xfrm>
            <a:custGeom>
              <a:avLst/>
              <a:gdLst/>
              <a:ahLst/>
              <a:cxnLst/>
              <a:rect l="l" t="t" r="r" b="b"/>
              <a:pathLst>
                <a:path w="14884" h="14884" extrusionOk="0">
                  <a:moveTo>
                    <a:pt x="0" y="0"/>
                  </a:moveTo>
                  <a:lnTo>
                    <a:pt x="763" y="12"/>
                  </a:lnTo>
                  <a:lnTo>
                    <a:pt x="2275" y="167"/>
                  </a:lnTo>
                  <a:lnTo>
                    <a:pt x="3727" y="464"/>
                  </a:lnTo>
                  <a:lnTo>
                    <a:pt x="5120" y="893"/>
                  </a:lnTo>
                  <a:lnTo>
                    <a:pt x="6454" y="1465"/>
                  </a:lnTo>
                  <a:lnTo>
                    <a:pt x="7716" y="2155"/>
                  </a:lnTo>
                  <a:lnTo>
                    <a:pt x="8907" y="2953"/>
                  </a:lnTo>
                  <a:lnTo>
                    <a:pt x="10014" y="3858"/>
                  </a:lnTo>
                  <a:lnTo>
                    <a:pt x="11026" y="4870"/>
                  </a:lnTo>
                  <a:lnTo>
                    <a:pt x="11931" y="5977"/>
                  </a:lnTo>
                  <a:lnTo>
                    <a:pt x="12729" y="7168"/>
                  </a:lnTo>
                  <a:lnTo>
                    <a:pt x="13419" y="8430"/>
                  </a:lnTo>
                  <a:lnTo>
                    <a:pt x="13991" y="9764"/>
                  </a:lnTo>
                  <a:lnTo>
                    <a:pt x="14420" y="11157"/>
                  </a:lnTo>
                  <a:lnTo>
                    <a:pt x="14717" y="12609"/>
                  </a:lnTo>
                  <a:lnTo>
                    <a:pt x="14872" y="14121"/>
                  </a:lnTo>
                  <a:lnTo>
                    <a:pt x="14884" y="14883"/>
                  </a:lnTo>
                  <a:lnTo>
                    <a:pt x="148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94" name="Google Shape;94;p17"/>
            <p:cNvSpPr/>
            <p:nvPr/>
          </p:nvSpPr>
          <p:spPr>
            <a:xfrm>
              <a:off x="5182100" y="2921025"/>
              <a:ext cx="2200075" cy="1945875"/>
            </a:xfrm>
            <a:custGeom>
              <a:avLst/>
              <a:gdLst/>
              <a:ahLst/>
              <a:cxnLst/>
              <a:rect l="l" t="t" r="r" b="b"/>
              <a:pathLst>
                <a:path w="88003" h="77835" extrusionOk="0">
                  <a:moveTo>
                    <a:pt x="88003" y="1"/>
                  </a:moveTo>
                  <a:lnTo>
                    <a:pt x="87991" y="763"/>
                  </a:lnTo>
                  <a:lnTo>
                    <a:pt x="87836" y="2263"/>
                  </a:lnTo>
                  <a:lnTo>
                    <a:pt x="87539" y="3715"/>
                  </a:lnTo>
                  <a:lnTo>
                    <a:pt x="87110" y="5120"/>
                  </a:lnTo>
                  <a:lnTo>
                    <a:pt x="86538" y="6454"/>
                  </a:lnTo>
                  <a:lnTo>
                    <a:pt x="85848" y="7716"/>
                  </a:lnTo>
                  <a:lnTo>
                    <a:pt x="85050" y="8907"/>
                  </a:lnTo>
                  <a:lnTo>
                    <a:pt x="84145" y="10002"/>
                  </a:lnTo>
                  <a:lnTo>
                    <a:pt x="83133" y="11014"/>
                  </a:lnTo>
                  <a:lnTo>
                    <a:pt x="82026" y="11931"/>
                  </a:lnTo>
                  <a:lnTo>
                    <a:pt x="80835" y="12729"/>
                  </a:lnTo>
                  <a:lnTo>
                    <a:pt x="79573" y="13419"/>
                  </a:lnTo>
                  <a:lnTo>
                    <a:pt x="78239" y="13979"/>
                  </a:lnTo>
                  <a:lnTo>
                    <a:pt x="76846" y="14420"/>
                  </a:lnTo>
                  <a:lnTo>
                    <a:pt x="75394" y="14717"/>
                  </a:lnTo>
                  <a:lnTo>
                    <a:pt x="73882" y="14860"/>
                  </a:lnTo>
                  <a:lnTo>
                    <a:pt x="73119" y="14884"/>
                  </a:lnTo>
                  <a:lnTo>
                    <a:pt x="29767" y="14884"/>
                  </a:lnTo>
                  <a:lnTo>
                    <a:pt x="29005" y="14896"/>
                  </a:lnTo>
                  <a:lnTo>
                    <a:pt x="27505" y="15039"/>
                  </a:lnTo>
                  <a:lnTo>
                    <a:pt x="26052" y="15336"/>
                  </a:lnTo>
                  <a:lnTo>
                    <a:pt x="24647" y="15777"/>
                  </a:lnTo>
                  <a:lnTo>
                    <a:pt x="23314" y="16337"/>
                  </a:lnTo>
                  <a:lnTo>
                    <a:pt x="22051" y="17027"/>
                  </a:lnTo>
                  <a:lnTo>
                    <a:pt x="20861" y="17825"/>
                  </a:lnTo>
                  <a:lnTo>
                    <a:pt x="19765" y="18742"/>
                  </a:lnTo>
                  <a:lnTo>
                    <a:pt x="18753" y="19754"/>
                  </a:lnTo>
                  <a:lnTo>
                    <a:pt x="17836" y="20849"/>
                  </a:lnTo>
                  <a:lnTo>
                    <a:pt x="17039" y="22040"/>
                  </a:lnTo>
                  <a:lnTo>
                    <a:pt x="16348" y="23302"/>
                  </a:lnTo>
                  <a:lnTo>
                    <a:pt x="15788" y="24636"/>
                  </a:lnTo>
                  <a:lnTo>
                    <a:pt x="15348" y="26041"/>
                  </a:lnTo>
                  <a:lnTo>
                    <a:pt x="15050" y="27493"/>
                  </a:lnTo>
                  <a:lnTo>
                    <a:pt x="14895" y="28993"/>
                  </a:lnTo>
                  <a:lnTo>
                    <a:pt x="14884" y="29767"/>
                  </a:lnTo>
                  <a:lnTo>
                    <a:pt x="14884" y="62951"/>
                  </a:lnTo>
                  <a:lnTo>
                    <a:pt x="14872" y="63714"/>
                  </a:lnTo>
                  <a:lnTo>
                    <a:pt x="14717" y="65226"/>
                  </a:lnTo>
                  <a:lnTo>
                    <a:pt x="14431" y="66678"/>
                  </a:lnTo>
                  <a:lnTo>
                    <a:pt x="13991" y="68071"/>
                  </a:lnTo>
                  <a:lnTo>
                    <a:pt x="13431" y="69405"/>
                  </a:lnTo>
                  <a:lnTo>
                    <a:pt x="12740" y="70667"/>
                  </a:lnTo>
                  <a:lnTo>
                    <a:pt x="11931" y="71858"/>
                  </a:lnTo>
                  <a:lnTo>
                    <a:pt x="11026" y="72965"/>
                  </a:lnTo>
                  <a:lnTo>
                    <a:pt x="10014" y="73977"/>
                  </a:lnTo>
                  <a:lnTo>
                    <a:pt x="8918" y="74882"/>
                  </a:lnTo>
                  <a:lnTo>
                    <a:pt x="7728" y="75680"/>
                  </a:lnTo>
                  <a:lnTo>
                    <a:pt x="6466" y="76370"/>
                  </a:lnTo>
                  <a:lnTo>
                    <a:pt x="5120" y="76942"/>
                  </a:lnTo>
                  <a:lnTo>
                    <a:pt x="3727" y="77371"/>
                  </a:lnTo>
                  <a:lnTo>
                    <a:pt x="2274" y="77668"/>
                  </a:lnTo>
                  <a:lnTo>
                    <a:pt x="774" y="77823"/>
                  </a:lnTo>
                  <a:lnTo>
                    <a:pt x="0" y="77835"/>
                  </a:lnTo>
                  <a:lnTo>
                    <a:pt x="88003" y="77835"/>
                  </a:lnTo>
                  <a:lnTo>
                    <a:pt x="880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230900" y="457200"/>
            <a:ext cx="4406400" cy="15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body" idx="1"/>
          </p:nvPr>
        </p:nvSpPr>
        <p:spPr>
          <a:xfrm>
            <a:off x="230900" y="2356825"/>
            <a:ext cx="2974800" cy="25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_19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30900" y="457200"/>
            <a:ext cx="29748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graphicFrame>
        <p:nvGraphicFramePr>
          <p:cNvPr id="100" name="Google Shape;100;p18"/>
          <p:cNvGraphicFramePr/>
          <p:nvPr/>
        </p:nvGraphicFramePr>
        <p:xfrm>
          <a:off x="228588" y="2431250"/>
          <a:ext cx="2711825" cy="2712250"/>
        </p:xfrm>
        <a:graphic>
          <a:graphicData uri="http://schemas.openxmlformats.org/drawingml/2006/table">
            <a:tbl>
              <a:tblPr>
                <a:noFill/>
                <a:tableStyleId>{F68C0B7D-414A-4D06-8703-20C3257786CD}</a:tableStyleId>
              </a:tblPr>
              <a:tblGrid>
                <a:gridCol w="271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2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1" name="Google Shape;101;p18"/>
          <p:cNvGraphicFramePr/>
          <p:nvPr/>
        </p:nvGraphicFramePr>
        <p:xfrm>
          <a:off x="3216075" y="2431250"/>
          <a:ext cx="2711825" cy="2712250"/>
        </p:xfrm>
        <a:graphic>
          <a:graphicData uri="http://schemas.openxmlformats.org/drawingml/2006/table">
            <a:tbl>
              <a:tblPr>
                <a:noFill/>
                <a:tableStyleId>{F68C0B7D-414A-4D06-8703-20C3257786CD}</a:tableStyleId>
              </a:tblPr>
              <a:tblGrid>
                <a:gridCol w="271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2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2" name="Google Shape;102;p18"/>
          <p:cNvGraphicFramePr/>
          <p:nvPr/>
        </p:nvGraphicFramePr>
        <p:xfrm>
          <a:off x="6203563" y="2431250"/>
          <a:ext cx="2711825" cy="2712250"/>
        </p:xfrm>
        <a:graphic>
          <a:graphicData uri="http://schemas.openxmlformats.org/drawingml/2006/table">
            <a:tbl>
              <a:tblPr>
                <a:noFill/>
                <a:tableStyleId>{F68C0B7D-414A-4D06-8703-20C3257786CD}</a:tableStyleId>
              </a:tblPr>
              <a:tblGrid>
                <a:gridCol w="271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2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356300" y="3285600"/>
            <a:ext cx="2456400" cy="161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2"/>
          </p:nvPr>
        </p:nvSpPr>
        <p:spPr>
          <a:xfrm>
            <a:off x="3343788" y="3285600"/>
            <a:ext cx="2456400" cy="161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3"/>
          </p:nvPr>
        </p:nvSpPr>
        <p:spPr>
          <a:xfrm>
            <a:off x="6331275" y="3285600"/>
            <a:ext cx="2456400" cy="161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title" idx="4"/>
          </p:nvPr>
        </p:nvSpPr>
        <p:spPr>
          <a:xfrm>
            <a:off x="333350" y="2431250"/>
            <a:ext cx="2502300" cy="73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title" idx="5"/>
          </p:nvPr>
        </p:nvSpPr>
        <p:spPr>
          <a:xfrm>
            <a:off x="3320850" y="2431250"/>
            <a:ext cx="2502300" cy="73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title" idx="6"/>
          </p:nvPr>
        </p:nvSpPr>
        <p:spPr>
          <a:xfrm>
            <a:off x="6308325" y="2431250"/>
            <a:ext cx="2502300" cy="73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7"/>
          </p:nvPr>
        </p:nvSpPr>
        <p:spPr>
          <a:xfrm>
            <a:off x="5349150" y="457200"/>
            <a:ext cx="3572700" cy="15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slide" type="titleOnly">
  <p:cSld name="TITLE_ONLY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9"/>
          <p:cNvSpPr txBox="1">
            <a:spLocks noGrp="1"/>
          </p:cNvSpPr>
          <p:nvPr>
            <p:ph type="title"/>
          </p:nvPr>
        </p:nvSpPr>
        <p:spPr>
          <a:xfrm>
            <a:off x="230900" y="457175"/>
            <a:ext cx="4403700" cy="6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subTitle" idx="1"/>
          </p:nvPr>
        </p:nvSpPr>
        <p:spPr>
          <a:xfrm>
            <a:off x="6057978" y="2290775"/>
            <a:ext cx="2857500" cy="4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body" idx="3"/>
          </p:nvPr>
        </p:nvSpPr>
        <p:spPr>
          <a:xfrm>
            <a:off x="6057900" y="2814700"/>
            <a:ext cx="2857500" cy="21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1 slide">
  <p:cSld name="ONE_COLUM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" name="Google Shape;118;p20"/>
          <p:cNvGraphicFramePr/>
          <p:nvPr/>
        </p:nvGraphicFramePr>
        <p:xfrm>
          <a:off x="228588" y="67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{F68C0B7D-414A-4D06-8703-20C3257786CD}</a:tableStyleId>
              </a:tblPr>
              <a:tblGrid>
                <a:gridCol w="868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78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rgbClr val="FFFCE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5351675" y="760825"/>
            <a:ext cx="3449400" cy="140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/>
            </a:lvl1pPr>
            <a:lvl2pPr lvl="1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ubTitle" idx="1"/>
          </p:nvPr>
        </p:nvSpPr>
        <p:spPr>
          <a:xfrm>
            <a:off x="227975" y="2357950"/>
            <a:ext cx="35721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body" idx="2"/>
          </p:nvPr>
        </p:nvSpPr>
        <p:spPr>
          <a:xfrm>
            <a:off x="227875" y="2923725"/>
            <a:ext cx="3692400" cy="19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cxnSp>
        <p:nvCxnSpPr>
          <p:cNvPr id="122" name="Google Shape;122;p20"/>
          <p:cNvCxnSpPr/>
          <p:nvPr/>
        </p:nvCxnSpPr>
        <p:spPr>
          <a:xfrm>
            <a:off x="7700100" y="2252375"/>
            <a:ext cx="0" cy="281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" name="Google Shape;123;p20"/>
          <p:cNvSpPr txBox="1">
            <a:spLocks noGrp="1"/>
          </p:cNvSpPr>
          <p:nvPr>
            <p:ph type="subTitle" idx="3"/>
          </p:nvPr>
        </p:nvSpPr>
        <p:spPr>
          <a:xfrm>
            <a:off x="5351675" y="2357950"/>
            <a:ext cx="5919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PI Updates">
  <p:cSld name="MAIN_POINT"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" name="Google Shape;126;p21"/>
          <p:cNvGraphicFramePr/>
          <p:nvPr/>
        </p:nvGraphicFramePr>
        <p:xfrm>
          <a:off x="226313" y="142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{F68C0B7D-414A-4D06-8703-20C3257786CD}</a:tableStyleId>
              </a:tblPr>
              <a:tblGrid>
                <a:gridCol w="869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8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" name="Google Shape;127;p21"/>
          <p:cNvGraphicFramePr/>
          <p:nvPr/>
        </p:nvGraphicFramePr>
        <p:xfrm>
          <a:off x="226300" y="2657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{F68C0B7D-414A-4D06-8703-20C3257786CD}</a:tableStyleId>
              </a:tblPr>
              <a:tblGrid>
                <a:gridCol w="869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8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8" name="Google Shape;128;p21"/>
          <p:cNvGraphicFramePr/>
          <p:nvPr/>
        </p:nvGraphicFramePr>
        <p:xfrm>
          <a:off x="226300" y="389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{F68C0B7D-414A-4D06-8703-20C3257786CD}</a:tableStyleId>
              </a:tblPr>
              <a:tblGrid>
                <a:gridCol w="869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8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9" name="Google Shape;129;p21"/>
          <p:cNvSpPr txBox="1">
            <a:spLocks noGrp="1"/>
          </p:cNvSpPr>
          <p:nvPr>
            <p:ph type="title"/>
          </p:nvPr>
        </p:nvSpPr>
        <p:spPr>
          <a:xfrm>
            <a:off x="230900" y="457200"/>
            <a:ext cx="44064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0" name="Google Shape;130;p21"/>
          <p:cNvSpPr txBox="1">
            <a:spLocks noGrp="1"/>
          </p:cNvSpPr>
          <p:nvPr>
            <p:ph type="subTitle" idx="1"/>
          </p:nvPr>
        </p:nvSpPr>
        <p:spPr>
          <a:xfrm>
            <a:off x="230900" y="1420775"/>
            <a:ext cx="2140200" cy="98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subTitle" idx="2"/>
          </p:nvPr>
        </p:nvSpPr>
        <p:spPr>
          <a:xfrm>
            <a:off x="230900" y="2657638"/>
            <a:ext cx="2140200" cy="98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subTitle" idx="3"/>
          </p:nvPr>
        </p:nvSpPr>
        <p:spPr>
          <a:xfrm>
            <a:off x="230900" y="3894525"/>
            <a:ext cx="2140200" cy="98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body" idx="4"/>
          </p:nvPr>
        </p:nvSpPr>
        <p:spPr>
          <a:xfrm>
            <a:off x="3086100" y="1420975"/>
            <a:ext cx="2857500" cy="9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5"/>
          </p:nvPr>
        </p:nvSpPr>
        <p:spPr>
          <a:xfrm>
            <a:off x="3086100" y="2657788"/>
            <a:ext cx="2857500" cy="9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6"/>
          </p:nvPr>
        </p:nvSpPr>
        <p:spPr>
          <a:xfrm>
            <a:off x="3085975" y="3894525"/>
            <a:ext cx="2857500" cy="9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title" idx="7"/>
          </p:nvPr>
        </p:nvSpPr>
        <p:spPr>
          <a:xfrm>
            <a:off x="6106025" y="1421125"/>
            <a:ext cx="2811900" cy="9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title" idx="8"/>
          </p:nvPr>
        </p:nvSpPr>
        <p:spPr>
          <a:xfrm>
            <a:off x="6106025" y="2657788"/>
            <a:ext cx="2811900" cy="9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title" idx="9"/>
          </p:nvPr>
        </p:nvSpPr>
        <p:spPr>
          <a:xfrm>
            <a:off x="6106025" y="3894475"/>
            <a:ext cx="2811900" cy="9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ing pan">
  <p:cSld name="CUSTOM_7">
    <p:bg>
      <p:bgPr>
        <a:solidFill>
          <a:schemeClr val="dk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" name="Google Shape;141;p22"/>
          <p:cNvGraphicFramePr/>
          <p:nvPr/>
        </p:nvGraphicFramePr>
        <p:xfrm>
          <a:off x="228588" y="142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{F68C0B7D-414A-4D06-8703-20C3257786CD}</a:tableStyleId>
              </a:tblPr>
              <a:tblGrid>
                <a:gridCol w="271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9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2" name="Google Shape;142;p22"/>
          <p:cNvGraphicFramePr/>
          <p:nvPr/>
        </p:nvGraphicFramePr>
        <p:xfrm>
          <a:off x="3216075" y="142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{F68C0B7D-414A-4D06-8703-20C3257786CD}</a:tableStyleId>
              </a:tblPr>
              <a:tblGrid>
                <a:gridCol w="271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9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3" name="Google Shape;143;p22"/>
          <p:cNvGraphicFramePr/>
          <p:nvPr/>
        </p:nvGraphicFramePr>
        <p:xfrm>
          <a:off x="6203563" y="142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{F68C0B7D-414A-4D06-8703-20C3257786CD}</a:tableStyleId>
              </a:tblPr>
              <a:tblGrid>
                <a:gridCol w="271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9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230900" y="454775"/>
            <a:ext cx="4406400" cy="44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356300" y="2437750"/>
            <a:ext cx="2456400" cy="246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body" idx="2"/>
          </p:nvPr>
        </p:nvSpPr>
        <p:spPr>
          <a:xfrm>
            <a:off x="3343788" y="2437750"/>
            <a:ext cx="2456400" cy="246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body" idx="3"/>
          </p:nvPr>
        </p:nvSpPr>
        <p:spPr>
          <a:xfrm>
            <a:off x="6331275" y="2437750"/>
            <a:ext cx="2456400" cy="246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title" idx="4"/>
          </p:nvPr>
        </p:nvSpPr>
        <p:spPr>
          <a:xfrm>
            <a:off x="333350" y="1565975"/>
            <a:ext cx="25023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2"/>
          <p:cNvSpPr txBox="1">
            <a:spLocks noGrp="1"/>
          </p:cNvSpPr>
          <p:nvPr>
            <p:ph type="title" idx="5"/>
          </p:nvPr>
        </p:nvSpPr>
        <p:spPr>
          <a:xfrm>
            <a:off x="3320850" y="1565975"/>
            <a:ext cx="25023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title" idx="6"/>
          </p:nvPr>
        </p:nvSpPr>
        <p:spPr>
          <a:xfrm>
            <a:off x="6308325" y="1565975"/>
            <a:ext cx="25023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ives &amp; Key Results">
  <p:cSld name="CUSTOM_8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>
            <a:spLocks noGrp="1"/>
          </p:cNvSpPr>
          <p:nvPr>
            <p:ph type="title"/>
          </p:nvPr>
        </p:nvSpPr>
        <p:spPr>
          <a:xfrm>
            <a:off x="230900" y="457200"/>
            <a:ext cx="72618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4" name="Google Shape;154;p23"/>
          <p:cNvSpPr/>
          <p:nvPr/>
        </p:nvSpPr>
        <p:spPr>
          <a:xfrm>
            <a:off x="230900" y="1552700"/>
            <a:ext cx="8684400" cy="78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5" name="Google Shape;155;p23"/>
          <p:cNvSpPr/>
          <p:nvPr/>
        </p:nvSpPr>
        <p:spPr>
          <a:xfrm>
            <a:off x="229800" y="2414133"/>
            <a:ext cx="8684400" cy="78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6" name="Google Shape;156;p23"/>
          <p:cNvSpPr/>
          <p:nvPr/>
        </p:nvSpPr>
        <p:spPr>
          <a:xfrm>
            <a:off x="229800" y="3275567"/>
            <a:ext cx="8684400" cy="78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7" name="Google Shape;157;p23"/>
          <p:cNvSpPr/>
          <p:nvPr/>
        </p:nvSpPr>
        <p:spPr>
          <a:xfrm>
            <a:off x="229800" y="4137000"/>
            <a:ext cx="8684400" cy="78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8" name="Google Shape;158;p23"/>
          <p:cNvSpPr txBox="1">
            <a:spLocks noGrp="1"/>
          </p:cNvSpPr>
          <p:nvPr>
            <p:ph type="subTitle" idx="1"/>
          </p:nvPr>
        </p:nvSpPr>
        <p:spPr>
          <a:xfrm>
            <a:off x="228600" y="1552700"/>
            <a:ext cx="17823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subTitle" idx="2"/>
          </p:nvPr>
        </p:nvSpPr>
        <p:spPr>
          <a:xfrm>
            <a:off x="228600" y="2414138"/>
            <a:ext cx="17823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60" name="Google Shape;160;p23"/>
          <p:cNvSpPr txBox="1">
            <a:spLocks noGrp="1"/>
          </p:cNvSpPr>
          <p:nvPr>
            <p:ph type="subTitle" idx="3"/>
          </p:nvPr>
        </p:nvSpPr>
        <p:spPr>
          <a:xfrm>
            <a:off x="228600" y="3275563"/>
            <a:ext cx="17823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61" name="Google Shape;161;p23"/>
          <p:cNvSpPr txBox="1">
            <a:spLocks noGrp="1"/>
          </p:cNvSpPr>
          <p:nvPr>
            <p:ph type="subTitle" idx="4"/>
          </p:nvPr>
        </p:nvSpPr>
        <p:spPr>
          <a:xfrm>
            <a:off x="228600" y="4136988"/>
            <a:ext cx="17823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62" name="Google Shape;162;p23"/>
          <p:cNvSpPr txBox="1">
            <a:spLocks noGrp="1"/>
          </p:cNvSpPr>
          <p:nvPr>
            <p:ph type="body" idx="5"/>
          </p:nvPr>
        </p:nvSpPr>
        <p:spPr>
          <a:xfrm>
            <a:off x="3940475" y="1552850"/>
            <a:ext cx="49737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body" idx="6"/>
          </p:nvPr>
        </p:nvSpPr>
        <p:spPr>
          <a:xfrm>
            <a:off x="3940475" y="2414213"/>
            <a:ext cx="49737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p23"/>
          <p:cNvSpPr txBox="1">
            <a:spLocks noGrp="1"/>
          </p:cNvSpPr>
          <p:nvPr>
            <p:ph type="body" idx="7"/>
          </p:nvPr>
        </p:nvSpPr>
        <p:spPr>
          <a:xfrm>
            <a:off x="3940475" y="3275613"/>
            <a:ext cx="49737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body" idx="8"/>
          </p:nvPr>
        </p:nvSpPr>
        <p:spPr>
          <a:xfrm>
            <a:off x="3940475" y="4137013"/>
            <a:ext cx="49737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subTitle" idx="9"/>
          </p:nvPr>
        </p:nvSpPr>
        <p:spPr>
          <a:xfrm>
            <a:off x="3205625" y="1552850"/>
            <a:ext cx="7146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13"/>
          </p:nvPr>
        </p:nvSpPr>
        <p:spPr>
          <a:xfrm>
            <a:off x="3205625" y="2414292"/>
            <a:ext cx="7146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68" name="Google Shape;168;p23"/>
          <p:cNvSpPr txBox="1">
            <a:spLocks noGrp="1"/>
          </p:cNvSpPr>
          <p:nvPr>
            <p:ph type="subTitle" idx="14"/>
          </p:nvPr>
        </p:nvSpPr>
        <p:spPr>
          <a:xfrm>
            <a:off x="3205625" y="3275721"/>
            <a:ext cx="7146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subTitle" idx="15"/>
          </p:nvPr>
        </p:nvSpPr>
        <p:spPr>
          <a:xfrm>
            <a:off x="3205625" y="4137150"/>
            <a:ext cx="7146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Takeaway">
  <p:cSld name="CUSTOM_9">
    <p:bg>
      <p:bgPr>
        <a:solidFill>
          <a:schemeClr val="lt1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>
            <a:spLocks noGrp="1"/>
          </p:cNvSpPr>
          <p:nvPr>
            <p:ph type="title"/>
          </p:nvPr>
        </p:nvSpPr>
        <p:spPr>
          <a:xfrm>
            <a:off x="230900" y="457200"/>
            <a:ext cx="44064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3" name="Google Shape;173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ing Channel Activation">
  <p:cSld name="CUSTOM_9_1"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25"/>
          <p:cNvGrpSpPr/>
          <p:nvPr/>
        </p:nvGrpSpPr>
        <p:grpSpPr>
          <a:xfrm>
            <a:off x="4637287" y="1494264"/>
            <a:ext cx="4163582" cy="3311923"/>
            <a:chOff x="376350" y="1494264"/>
            <a:chExt cx="6291300" cy="3311923"/>
          </a:xfrm>
        </p:grpSpPr>
        <p:cxnSp>
          <p:nvCxnSpPr>
            <p:cNvPr id="176" name="Google Shape;176;p25"/>
            <p:cNvCxnSpPr/>
            <p:nvPr/>
          </p:nvCxnSpPr>
          <p:spPr>
            <a:xfrm>
              <a:off x="376350" y="1494264"/>
              <a:ext cx="6291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" name="Google Shape;177;p25"/>
            <p:cNvCxnSpPr/>
            <p:nvPr/>
          </p:nvCxnSpPr>
          <p:spPr>
            <a:xfrm>
              <a:off x="376350" y="2317875"/>
              <a:ext cx="6291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" name="Google Shape;178;p25"/>
            <p:cNvCxnSpPr/>
            <p:nvPr/>
          </p:nvCxnSpPr>
          <p:spPr>
            <a:xfrm>
              <a:off x="376350" y="3150225"/>
              <a:ext cx="6291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" name="Google Shape;179;p25"/>
            <p:cNvCxnSpPr/>
            <p:nvPr/>
          </p:nvCxnSpPr>
          <p:spPr>
            <a:xfrm>
              <a:off x="376350" y="3982575"/>
              <a:ext cx="6291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" name="Google Shape;180;p25"/>
            <p:cNvCxnSpPr/>
            <p:nvPr/>
          </p:nvCxnSpPr>
          <p:spPr>
            <a:xfrm>
              <a:off x="376350" y="4806186"/>
              <a:ext cx="6291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1" name="Google Shape;181;p25"/>
          <p:cNvSpPr/>
          <p:nvPr/>
        </p:nvSpPr>
        <p:spPr>
          <a:xfrm rot="10800000">
            <a:off x="342900" y="1485525"/>
            <a:ext cx="6358200" cy="3329400"/>
          </a:xfrm>
          <a:prstGeom prst="trapezoid">
            <a:avLst>
              <a:gd name="adj" fmla="val 5774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230900" y="457200"/>
            <a:ext cx="44064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83" name="Google Shape;183;p25"/>
          <p:cNvGrpSpPr/>
          <p:nvPr/>
        </p:nvGrpSpPr>
        <p:grpSpPr>
          <a:xfrm>
            <a:off x="342887" y="2317875"/>
            <a:ext cx="5878660" cy="1664700"/>
            <a:chOff x="376350" y="2317875"/>
            <a:chExt cx="5817000" cy="1664700"/>
          </a:xfrm>
        </p:grpSpPr>
        <p:cxnSp>
          <p:nvCxnSpPr>
            <p:cNvPr id="184" name="Google Shape;184;p25"/>
            <p:cNvCxnSpPr/>
            <p:nvPr/>
          </p:nvCxnSpPr>
          <p:spPr>
            <a:xfrm>
              <a:off x="376350" y="2317875"/>
              <a:ext cx="58170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" name="Google Shape;185;p25"/>
            <p:cNvCxnSpPr>
              <a:endCxn id="181" idx="1"/>
            </p:cNvCxnSpPr>
            <p:nvPr/>
          </p:nvCxnSpPr>
          <p:spPr>
            <a:xfrm>
              <a:off x="376374" y="3150225"/>
              <a:ext cx="53403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" name="Google Shape;186;p25"/>
            <p:cNvCxnSpPr/>
            <p:nvPr/>
          </p:nvCxnSpPr>
          <p:spPr>
            <a:xfrm>
              <a:off x="376350" y="3982575"/>
              <a:ext cx="48657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7" name="Google Shape;187;p25"/>
          <p:cNvSpPr txBox="1">
            <a:spLocks noGrp="1"/>
          </p:cNvSpPr>
          <p:nvPr>
            <p:ph type="subTitle" idx="1"/>
          </p:nvPr>
        </p:nvSpPr>
        <p:spPr>
          <a:xfrm>
            <a:off x="2630850" y="1503002"/>
            <a:ext cx="17823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88" name="Google Shape;188;p25"/>
          <p:cNvSpPr txBox="1">
            <a:spLocks noGrp="1"/>
          </p:cNvSpPr>
          <p:nvPr>
            <p:ph type="subTitle" idx="2"/>
          </p:nvPr>
        </p:nvSpPr>
        <p:spPr>
          <a:xfrm>
            <a:off x="2630850" y="2359377"/>
            <a:ext cx="17823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89" name="Google Shape;189;p25"/>
          <p:cNvSpPr txBox="1">
            <a:spLocks noGrp="1"/>
          </p:cNvSpPr>
          <p:nvPr>
            <p:ph type="subTitle" idx="3"/>
          </p:nvPr>
        </p:nvSpPr>
        <p:spPr>
          <a:xfrm>
            <a:off x="2630850" y="3142377"/>
            <a:ext cx="17823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90" name="Google Shape;190;p25"/>
          <p:cNvSpPr txBox="1">
            <a:spLocks noGrp="1"/>
          </p:cNvSpPr>
          <p:nvPr>
            <p:ph type="subTitle" idx="4"/>
          </p:nvPr>
        </p:nvSpPr>
        <p:spPr>
          <a:xfrm>
            <a:off x="2630850" y="3998752"/>
            <a:ext cx="17823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91" name="Google Shape;191;p25"/>
          <p:cNvSpPr txBox="1">
            <a:spLocks noGrp="1"/>
          </p:cNvSpPr>
          <p:nvPr>
            <p:ph type="title" idx="5"/>
          </p:nvPr>
        </p:nvSpPr>
        <p:spPr>
          <a:xfrm>
            <a:off x="6658275" y="1539825"/>
            <a:ext cx="21426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2" name="Google Shape;192;p25"/>
          <p:cNvSpPr txBox="1">
            <a:spLocks noGrp="1"/>
          </p:cNvSpPr>
          <p:nvPr>
            <p:ph type="title" idx="6"/>
          </p:nvPr>
        </p:nvSpPr>
        <p:spPr>
          <a:xfrm>
            <a:off x="6156125" y="2372675"/>
            <a:ext cx="26445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3" name="Google Shape;193;p25"/>
          <p:cNvSpPr txBox="1">
            <a:spLocks noGrp="1"/>
          </p:cNvSpPr>
          <p:nvPr>
            <p:ph type="title" idx="7"/>
          </p:nvPr>
        </p:nvSpPr>
        <p:spPr>
          <a:xfrm>
            <a:off x="5724800" y="3197675"/>
            <a:ext cx="30759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4" name="Google Shape;194;p25"/>
          <p:cNvSpPr txBox="1">
            <a:spLocks noGrp="1"/>
          </p:cNvSpPr>
          <p:nvPr>
            <p:ph type="title" idx="8"/>
          </p:nvPr>
        </p:nvSpPr>
        <p:spPr>
          <a:xfrm>
            <a:off x="5229250" y="4051250"/>
            <a:ext cx="35715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5" name="Google Shape;195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SECTION_TITLE_AND_DESCRIPTI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26"/>
          <p:cNvSpPr txBox="1">
            <a:spLocks noGrp="1"/>
          </p:cNvSpPr>
          <p:nvPr>
            <p:ph type="title"/>
          </p:nvPr>
        </p:nvSpPr>
        <p:spPr>
          <a:xfrm>
            <a:off x="4634650" y="0"/>
            <a:ext cx="4280700" cy="19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199" name="Google Shape;199;p26"/>
          <p:cNvSpPr txBox="1">
            <a:spLocks noGrp="1"/>
          </p:cNvSpPr>
          <p:nvPr>
            <p:ph type="title" idx="3"/>
          </p:nvPr>
        </p:nvSpPr>
        <p:spPr>
          <a:xfrm>
            <a:off x="0" y="3677475"/>
            <a:ext cx="2491200" cy="13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00" name="Google Shape;200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Photo">
  <p:cSld name="CAPTION_ONLY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27"/>
          <p:cNvSpPr txBox="1">
            <a:spLocks noGrp="1"/>
          </p:cNvSpPr>
          <p:nvPr>
            <p:ph type="subTitle" idx="1"/>
          </p:nvPr>
        </p:nvSpPr>
        <p:spPr>
          <a:xfrm>
            <a:off x="6079775" y="3835075"/>
            <a:ext cx="2835600" cy="12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9pPr>
          </a:lstStyle>
          <a:p>
            <a:endParaRPr/>
          </a:p>
        </p:txBody>
      </p:sp>
      <p:sp>
        <p:nvSpPr>
          <p:cNvPr id="204" name="Google Shape;204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slide 2">
  <p:cSld name="BIG_NUMBER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28"/>
          <p:cNvSpPr txBox="1">
            <a:spLocks noGrp="1"/>
          </p:cNvSpPr>
          <p:nvPr>
            <p:ph type="title"/>
          </p:nvPr>
        </p:nvSpPr>
        <p:spPr>
          <a:xfrm>
            <a:off x="230900" y="457200"/>
            <a:ext cx="6427500" cy="15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08" name="Google Shape;208;p28"/>
          <p:cNvSpPr txBox="1">
            <a:spLocks noGrp="1"/>
          </p:cNvSpPr>
          <p:nvPr>
            <p:ph type="body" idx="1"/>
          </p:nvPr>
        </p:nvSpPr>
        <p:spPr>
          <a:xfrm>
            <a:off x="5349150" y="2957175"/>
            <a:ext cx="3452100" cy="19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09" name="Google Shape;209;p28"/>
          <p:cNvSpPr txBox="1">
            <a:spLocks noGrp="1"/>
          </p:cNvSpPr>
          <p:nvPr>
            <p:ph type="subTitle" idx="3"/>
          </p:nvPr>
        </p:nvSpPr>
        <p:spPr>
          <a:xfrm>
            <a:off x="235575" y="3861200"/>
            <a:ext cx="28575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slide 3">
  <p:cSld name="CUSTOM_4">
    <p:bg>
      <p:bgPr>
        <a:solidFill>
          <a:schemeClr val="lt2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230900" y="457200"/>
            <a:ext cx="6427500" cy="15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14" name="Google Shape;214;p29"/>
          <p:cNvSpPr txBox="1">
            <a:spLocks noGrp="1"/>
          </p:cNvSpPr>
          <p:nvPr>
            <p:ph type="body" idx="1"/>
          </p:nvPr>
        </p:nvSpPr>
        <p:spPr>
          <a:xfrm>
            <a:off x="230900" y="2957175"/>
            <a:ext cx="3452100" cy="19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subTitle" idx="3"/>
          </p:nvPr>
        </p:nvSpPr>
        <p:spPr>
          <a:xfrm>
            <a:off x="6063950" y="3083100"/>
            <a:ext cx="2857500" cy="18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ncial Snapshot">
  <p:cSld name="CUSTOM_17">
    <p:bg>
      <p:bgPr>
        <a:solidFill>
          <a:schemeClr val="lt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>
            <a:spLocks noGrp="1"/>
          </p:cNvSpPr>
          <p:nvPr>
            <p:ph type="title"/>
          </p:nvPr>
        </p:nvSpPr>
        <p:spPr>
          <a:xfrm>
            <a:off x="230900" y="457200"/>
            <a:ext cx="4406400" cy="11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9" name="Google Shape;219;p30"/>
          <p:cNvSpPr txBox="1">
            <a:spLocks noGrp="1"/>
          </p:cNvSpPr>
          <p:nvPr>
            <p:ph type="title" idx="2"/>
          </p:nvPr>
        </p:nvSpPr>
        <p:spPr>
          <a:xfrm>
            <a:off x="4514725" y="457200"/>
            <a:ext cx="4400700" cy="12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220" name="Google Shape;220;p30"/>
          <p:cNvCxnSpPr/>
          <p:nvPr/>
        </p:nvCxnSpPr>
        <p:spPr>
          <a:xfrm>
            <a:off x="228593" y="2547947"/>
            <a:ext cx="4130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30"/>
          <p:cNvCxnSpPr/>
          <p:nvPr/>
        </p:nvCxnSpPr>
        <p:spPr>
          <a:xfrm>
            <a:off x="228593" y="3141710"/>
            <a:ext cx="41304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30"/>
          <p:cNvCxnSpPr/>
          <p:nvPr/>
        </p:nvCxnSpPr>
        <p:spPr>
          <a:xfrm>
            <a:off x="4787401" y="3156573"/>
            <a:ext cx="4128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223;p30"/>
          <p:cNvCxnSpPr/>
          <p:nvPr/>
        </p:nvCxnSpPr>
        <p:spPr>
          <a:xfrm>
            <a:off x="4787401" y="4383431"/>
            <a:ext cx="41280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" name="Google Shape;224;p30"/>
          <p:cNvCxnSpPr/>
          <p:nvPr/>
        </p:nvCxnSpPr>
        <p:spPr>
          <a:xfrm>
            <a:off x="4787401" y="2541925"/>
            <a:ext cx="4128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30"/>
          <p:cNvCxnSpPr/>
          <p:nvPr/>
        </p:nvCxnSpPr>
        <p:spPr>
          <a:xfrm>
            <a:off x="4787401" y="3789668"/>
            <a:ext cx="4128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" name="Google Shape;226;p30"/>
          <p:cNvCxnSpPr/>
          <p:nvPr/>
        </p:nvCxnSpPr>
        <p:spPr>
          <a:xfrm>
            <a:off x="4787387" y="1954430"/>
            <a:ext cx="4128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" name="Google Shape;227;p30"/>
          <p:cNvCxnSpPr/>
          <p:nvPr/>
        </p:nvCxnSpPr>
        <p:spPr>
          <a:xfrm>
            <a:off x="229798" y="1954430"/>
            <a:ext cx="4128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8" name="Google Shape;228;p30"/>
          <p:cNvSpPr txBox="1">
            <a:spLocks noGrp="1"/>
          </p:cNvSpPr>
          <p:nvPr>
            <p:ph type="subTitle" idx="1"/>
          </p:nvPr>
        </p:nvSpPr>
        <p:spPr>
          <a:xfrm>
            <a:off x="228600" y="1384300"/>
            <a:ext cx="3060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30"/>
          <p:cNvSpPr txBox="1">
            <a:spLocks noGrp="1"/>
          </p:cNvSpPr>
          <p:nvPr>
            <p:ph type="subTitle" idx="3"/>
          </p:nvPr>
        </p:nvSpPr>
        <p:spPr>
          <a:xfrm>
            <a:off x="4787400" y="1384300"/>
            <a:ext cx="3060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30"/>
          <p:cNvSpPr txBox="1">
            <a:spLocks noGrp="1"/>
          </p:cNvSpPr>
          <p:nvPr>
            <p:ph type="subTitle" idx="4"/>
          </p:nvPr>
        </p:nvSpPr>
        <p:spPr>
          <a:xfrm>
            <a:off x="228600" y="1971750"/>
            <a:ext cx="15981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1" name="Google Shape;231;p30"/>
          <p:cNvSpPr txBox="1">
            <a:spLocks noGrp="1"/>
          </p:cNvSpPr>
          <p:nvPr>
            <p:ph type="subTitle" idx="5"/>
          </p:nvPr>
        </p:nvSpPr>
        <p:spPr>
          <a:xfrm>
            <a:off x="236041" y="2565375"/>
            <a:ext cx="15981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2" name="Google Shape;232;p30"/>
          <p:cNvSpPr txBox="1">
            <a:spLocks noGrp="1"/>
          </p:cNvSpPr>
          <p:nvPr>
            <p:ph type="title" idx="6"/>
          </p:nvPr>
        </p:nvSpPr>
        <p:spPr>
          <a:xfrm>
            <a:off x="2438400" y="1981200"/>
            <a:ext cx="19299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30"/>
          <p:cNvSpPr txBox="1">
            <a:spLocks noGrp="1"/>
          </p:cNvSpPr>
          <p:nvPr>
            <p:ph type="title" idx="7"/>
          </p:nvPr>
        </p:nvSpPr>
        <p:spPr>
          <a:xfrm>
            <a:off x="2438400" y="2565375"/>
            <a:ext cx="19299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30"/>
          <p:cNvSpPr txBox="1">
            <a:spLocks noGrp="1"/>
          </p:cNvSpPr>
          <p:nvPr>
            <p:ph type="subTitle" idx="8"/>
          </p:nvPr>
        </p:nvSpPr>
        <p:spPr>
          <a:xfrm>
            <a:off x="243403" y="3159125"/>
            <a:ext cx="15981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1600" b="1">
                <a:latin typeface="Crimson Pro"/>
                <a:ea typeface="Crimson Pro"/>
                <a:cs typeface="Crimson Pro"/>
                <a:sym typeface="Crimso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1600" b="1">
                <a:latin typeface="Crimson Pro"/>
                <a:ea typeface="Crimson Pro"/>
                <a:cs typeface="Crimson Pro"/>
                <a:sym typeface="Crimso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1600" b="1">
                <a:latin typeface="Crimson Pro"/>
                <a:ea typeface="Crimson Pro"/>
                <a:cs typeface="Crimson Pro"/>
                <a:sym typeface="Crimso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1600" b="1">
                <a:latin typeface="Crimson Pro"/>
                <a:ea typeface="Crimson Pro"/>
                <a:cs typeface="Crimson Pro"/>
                <a:sym typeface="Crimso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1600" b="1">
                <a:latin typeface="Crimson Pro"/>
                <a:ea typeface="Crimson Pro"/>
                <a:cs typeface="Crimson Pro"/>
                <a:sym typeface="Crimso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1600" b="1">
                <a:latin typeface="Crimson Pro"/>
                <a:ea typeface="Crimson Pro"/>
                <a:cs typeface="Crimson Pro"/>
                <a:sym typeface="Crimso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1600" b="1">
                <a:latin typeface="Crimson Pro"/>
                <a:ea typeface="Crimson Pro"/>
                <a:cs typeface="Crimson Pro"/>
                <a:sym typeface="Crimso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1600" b="1">
                <a:latin typeface="Crimson Pro"/>
                <a:ea typeface="Crimson Pro"/>
                <a:cs typeface="Crimson Pro"/>
                <a:sym typeface="Crimso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1600" b="1">
                <a:latin typeface="Crimson Pro"/>
                <a:ea typeface="Crimson Pro"/>
                <a:cs typeface="Crimson Pro"/>
                <a:sym typeface="Crimson Pro"/>
              </a:defRPr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title" idx="9"/>
          </p:nvPr>
        </p:nvSpPr>
        <p:spPr>
          <a:xfrm>
            <a:off x="2445532" y="3159125"/>
            <a:ext cx="19299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30"/>
          <p:cNvSpPr txBox="1">
            <a:spLocks noGrp="1"/>
          </p:cNvSpPr>
          <p:nvPr>
            <p:ph type="subTitle" idx="13"/>
          </p:nvPr>
        </p:nvSpPr>
        <p:spPr>
          <a:xfrm>
            <a:off x="4781550" y="1958400"/>
            <a:ext cx="18768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7" name="Google Shape;237;p30"/>
          <p:cNvSpPr txBox="1">
            <a:spLocks noGrp="1"/>
          </p:cNvSpPr>
          <p:nvPr>
            <p:ph type="title" idx="14"/>
          </p:nvPr>
        </p:nvSpPr>
        <p:spPr>
          <a:xfrm>
            <a:off x="6991350" y="1967838"/>
            <a:ext cx="19299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subTitle" idx="15"/>
          </p:nvPr>
        </p:nvSpPr>
        <p:spPr>
          <a:xfrm>
            <a:off x="4781550" y="2552763"/>
            <a:ext cx="18768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9" name="Google Shape;239;p30"/>
          <p:cNvSpPr txBox="1">
            <a:spLocks noGrp="1"/>
          </p:cNvSpPr>
          <p:nvPr>
            <p:ph type="title" idx="16"/>
          </p:nvPr>
        </p:nvSpPr>
        <p:spPr>
          <a:xfrm>
            <a:off x="6991350" y="2562200"/>
            <a:ext cx="19299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subTitle" idx="17"/>
          </p:nvPr>
        </p:nvSpPr>
        <p:spPr>
          <a:xfrm>
            <a:off x="4781550" y="3188950"/>
            <a:ext cx="18768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1" name="Google Shape;241;p30"/>
          <p:cNvSpPr txBox="1">
            <a:spLocks noGrp="1"/>
          </p:cNvSpPr>
          <p:nvPr>
            <p:ph type="title" idx="18"/>
          </p:nvPr>
        </p:nvSpPr>
        <p:spPr>
          <a:xfrm>
            <a:off x="6991350" y="3198388"/>
            <a:ext cx="19299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30"/>
          <p:cNvSpPr txBox="1">
            <a:spLocks noGrp="1"/>
          </p:cNvSpPr>
          <p:nvPr>
            <p:ph type="subTitle" idx="19"/>
          </p:nvPr>
        </p:nvSpPr>
        <p:spPr>
          <a:xfrm>
            <a:off x="4781550" y="3802375"/>
            <a:ext cx="18768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3" name="Google Shape;243;p30"/>
          <p:cNvSpPr txBox="1">
            <a:spLocks noGrp="1"/>
          </p:cNvSpPr>
          <p:nvPr>
            <p:ph type="title" idx="20"/>
          </p:nvPr>
        </p:nvSpPr>
        <p:spPr>
          <a:xfrm>
            <a:off x="6991350" y="3811813"/>
            <a:ext cx="19299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0"/>
          <p:cNvSpPr txBox="1">
            <a:spLocks noGrp="1"/>
          </p:cNvSpPr>
          <p:nvPr>
            <p:ph type="subTitle" idx="21"/>
          </p:nvPr>
        </p:nvSpPr>
        <p:spPr>
          <a:xfrm>
            <a:off x="4781550" y="4405575"/>
            <a:ext cx="18768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1600" b="1">
                <a:latin typeface="Crimson Pro"/>
                <a:ea typeface="Crimson Pro"/>
                <a:cs typeface="Crimson Pro"/>
                <a:sym typeface="Crimso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1600" b="1">
                <a:latin typeface="Crimson Pro"/>
                <a:ea typeface="Crimson Pro"/>
                <a:cs typeface="Crimson Pro"/>
                <a:sym typeface="Crimso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1600" b="1">
                <a:latin typeface="Crimson Pro"/>
                <a:ea typeface="Crimson Pro"/>
                <a:cs typeface="Crimson Pro"/>
                <a:sym typeface="Crimso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1600" b="1">
                <a:latin typeface="Crimson Pro"/>
                <a:ea typeface="Crimson Pro"/>
                <a:cs typeface="Crimson Pro"/>
                <a:sym typeface="Crimso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1600" b="1">
                <a:latin typeface="Crimson Pro"/>
                <a:ea typeface="Crimson Pro"/>
                <a:cs typeface="Crimson Pro"/>
                <a:sym typeface="Crimso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1600" b="1">
                <a:latin typeface="Crimson Pro"/>
                <a:ea typeface="Crimson Pro"/>
                <a:cs typeface="Crimson Pro"/>
                <a:sym typeface="Crimso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1600" b="1">
                <a:latin typeface="Crimson Pro"/>
                <a:ea typeface="Crimson Pro"/>
                <a:cs typeface="Crimson Pro"/>
                <a:sym typeface="Crimso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1600" b="1">
                <a:latin typeface="Crimson Pro"/>
                <a:ea typeface="Crimson Pro"/>
                <a:cs typeface="Crimson Pro"/>
                <a:sym typeface="Crimso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1600" b="1">
                <a:latin typeface="Crimson Pro"/>
                <a:ea typeface="Crimson Pro"/>
                <a:cs typeface="Crimson Pro"/>
                <a:sym typeface="Crimson Pro"/>
              </a:defRPr>
            </a:lvl9pPr>
          </a:lstStyle>
          <a:p>
            <a:endParaRPr/>
          </a:p>
        </p:txBody>
      </p:sp>
      <p:sp>
        <p:nvSpPr>
          <p:cNvPr id="245" name="Google Shape;245;p30"/>
          <p:cNvSpPr txBox="1">
            <a:spLocks noGrp="1"/>
          </p:cNvSpPr>
          <p:nvPr>
            <p:ph type="title" idx="22"/>
          </p:nvPr>
        </p:nvSpPr>
        <p:spPr>
          <a:xfrm>
            <a:off x="6991350" y="4415013"/>
            <a:ext cx="1929900" cy="5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ncials" type="blank">
  <p:cSld name="BLANK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8" name="Google Shape;248;p31"/>
          <p:cNvCxnSpPr/>
          <p:nvPr/>
        </p:nvCxnSpPr>
        <p:spPr>
          <a:xfrm>
            <a:off x="230900" y="1913425"/>
            <a:ext cx="8684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31"/>
          <p:cNvCxnSpPr/>
          <p:nvPr/>
        </p:nvCxnSpPr>
        <p:spPr>
          <a:xfrm>
            <a:off x="230900" y="2646088"/>
            <a:ext cx="8684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" name="Google Shape;250;p31"/>
          <p:cNvCxnSpPr/>
          <p:nvPr/>
        </p:nvCxnSpPr>
        <p:spPr>
          <a:xfrm>
            <a:off x="230900" y="3378750"/>
            <a:ext cx="8684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" name="Google Shape;251;p31"/>
          <p:cNvCxnSpPr/>
          <p:nvPr/>
        </p:nvCxnSpPr>
        <p:spPr>
          <a:xfrm>
            <a:off x="230900" y="4111413"/>
            <a:ext cx="8684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2" name="Google Shape;252;p31"/>
          <p:cNvCxnSpPr/>
          <p:nvPr/>
        </p:nvCxnSpPr>
        <p:spPr>
          <a:xfrm>
            <a:off x="230900" y="4844075"/>
            <a:ext cx="86847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31"/>
          <p:cNvSpPr txBox="1">
            <a:spLocks noGrp="1"/>
          </p:cNvSpPr>
          <p:nvPr>
            <p:ph type="title"/>
          </p:nvPr>
        </p:nvSpPr>
        <p:spPr>
          <a:xfrm>
            <a:off x="230900" y="457200"/>
            <a:ext cx="4406400" cy="11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31"/>
          <p:cNvSpPr txBox="1">
            <a:spLocks noGrp="1"/>
          </p:cNvSpPr>
          <p:nvPr>
            <p:ph type="title" idx="2"/>
          </p:nvPr>
        </p:nvSpPr>
        <p:spPr>
          <a:xfrm>
            <a:off x="4514725" y="457200"/>
            <a:ext cx="4400700" cy="11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31"/>
          <p:cNvSpPr txBox="1">
            <a:spLocks noGrp="1"/>
          </p:cNvSpPr>
          <p:nvPr>
            <p:ph type="subTitle" idx="1"/>
          </p:nvPr>
        </p:nvSpPr>
        <p:spPr>
          <a:xfrm>
            <a:off x="230900" y="4111523"/>
            <a:ext cx="1782300" cy="7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56" name="Google Shape;256;p31"/>
          <p:cNvSpPr txBox="1">
            <a:spLocks noGrp="1"/>
          </p:cNvSpPr>
          <p:nvPr>
            <p:ph type="subTitle" idx="3"/>
          </p:nvPr>
        </p:nvSpPr>
        <p:spPr>
          <a:xfrm>
            <a:off x="2532658" y="4111500"/>
            <a:ext cx="1782300" cy="7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57" name="Google Shape;257;p31"/>
          <p:cNvSpPr txBox="1">
            <a:spLocks noGrp="1"/>
          </p:cNvSpPr>
          <p:nvPr>
            <p:ph type="subTitle" idx="4"/>
          </p:nvPr>
        </p:nvSpPr>
        <p:spPr>
          <a:xfrm>
            <a:off x="7138846" y="4111500"/>
            <a:ext cx="1779600" cy="7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58" name="Google Shape;258;p31"/>
          <p:cNvSpPr txBox="1">
            <a:spLocks noGrp="1"/>
          </p:cNvSpPr>
          <p:nvPr>
            <p:ph type="subTitle" idx="5"/>
          </p:nvPr>
        </p:nvSpPr>
        <p:spPr>
          <a:xfrm>
            <a:off x="4834417" y="4111500"/>
            <a:ext cx="1782300" cy="7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59" name="Google Shape;259;p31"/>
          <p:cNvSpPr txBox="1">
            <a:spLocks noGrp="1"/>
          </p:cNvSpPr>
          <p:nvPr>
            <p:ph type="subTitle" idx="6"/>
          </p:nvPr>
        </p:nvSpPr>
        <p:spPr>
          <a:xfrm>
            <a:off x="228225" y="3378773"/>
            <a:ext cx="1782300" cy="7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60" name="Google Shape;260;p31"/>
          <p:cNvSpPr txBox="1">
            <a:spLocks noGrp="1"/>
          </p:cNvSpPr>
          <p:nvPr>
            <p:ph type="subTitle" idx="7"/>
          </p:nvPr>
        </p:nvSpPr>
        <p:spPr>
          <a:xfrm>
            <a:off x="2529983" y="3378750"/>
            <a:ext cx="1782300" cy="7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61" name="Google Shape;261;p31"/>
          <p:cNvSpPr txBox="1">
            <a:spLocks noGrp="1"/>
          </p:cNvSpPr>
          <p:nvPr>
            <p:ph type="subTitle" idx="8"/>
          </p:nvPr>
        </p:nvSpPr>
        <p:spPr>
          <a:xfrm>
            <a:off x="7136175" y="3378750"/>
            <a:ext cx="1779600" cy="7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62" name="Google Shape;262;p31"/>
          <p:cNvSpPr txBox="1">
            <a:spLocks noGrp="1"/>
          </p:cNvSpPr>
          <p:nvPr>
            <p:ph type="subTitle" idx="9"/>
          </p:nvPr>
        </p:nvSpPr>
        <p:spPr>
          <a:xfrm>
            <a:off x="4831742" y="3378750"/>
            <a:ext cx="1782300" cy="7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63" name="Google Shape;263;p31"/>
          <p:cNvSpPr txBox="1">
            <a:spLocks noGrp="1"/>
          </p:cNvSpPr>
          <p:nvPr>
            <p:ph type="subTitle" idx="13"/>
          </p:nvPr>
        </p:nvSpPr>
        <p:spPr>
          <a:xfrm>
            <a:off x="228225" y="2646123"/>
            <a:ext cx="1782300" cy="7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64" name="Google Shape;264;p31"/>
          <p:cNvSpPr txBox="1">
            <a:spLocks noGrp="1"/>
          </p:cNvSpPr>
          <p:nvPr>
            <p:ph type="subTitle" idx="14"/>
          </p:nvPr>
        </p:nvSpPr>
        <p:spPr>
          <a:xfrm>
            <a:off x="2529983" y="2646100"/>
            <a:ext cx="1782300" cy="7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65" name="Google Shape;265;p31"/>
          <p:cNvSpPr txBox="1">
            <a:spLocks noGrp="1"/>
          </p:cNvSpPr>
          <p:nvPr>
            <p:ph type="subTitle" idx="15"/>
          </p:nvPr>
        </p:nvSpPr>
        <p:spPr>
          <a:xfrm>
            <a:off x="7136175" y="2646100"/>
            <a:ext cx="1779600" cy="7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66" name="Google Shape;266;p31"/>
          <p:cNvSpPr txBox="1">
            <a:spLocks noGrp="1"/>
          </p:cNvSpPr>
          <p:nvPr>
            <p:ph type="subTitle" idx="16"/>
          </p:nvPr>
        </p:nvSpPr>
        <p:spPr>
          <a:xfrm>
            <a:off x="4831742" y="2646100"/>
            <a:ext cx="1782300" cy="7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67" name="Google Shape;267;p31"/>
          <p:cNvSpPr txBox="1">
            <a:spLocks noGrp="1"/>
          </p:cNvSpPr>
          <p:nvPr>
            <p:ph type="subTitle" idx="17"/>
          </p:nvPr>
        </p:nvSpPr>
        <p:spPr>
          <a:xfrm>
            <a:off x="228225" y="1913448"/>
            <a:ext cx="1782300" cy="7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68" name="Google Shape;268;p31"/>
          <p:cNvSpPr txBox="1">
            <a:spLocks noGrp="1"/>
          </p:cNvSpPr>
          <p:nvPr>
            <p:ph type="subTitle" idx="18"/>
          </p:nvPr>
        </p:nvSpPr>
        <p:spPr>
          <a:xfrm>
            <a:off x="2529983" y="1913425"/>
            <a:ext cx="1782300" cy="7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69" name="Google Shape;269;p31"/>
          <p:cNvSpPr txBox="1">
            <a:spLocks noGrp="1"/>
          </p:cNvSpPr>
          <p:nvPr>
            <p:ph type="subTitle" idx="19"/>
          </p:nvPr>
        </p:nvSpPr>
        <p:spPr>
          <a:xfrm>
            <a:off x="7136175" y="1913425"/>
            <a:ext cx="1779600" cy="7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70" name="Google Shape;270;p31"/>
          <p:cNvSpPr txBox="1">
            <a:spLocks noGrp="1"/>
          </p:cNvSpPr>
          <p:nvPr>
            <p:ph type="subTitle" idx="20"/>
          </p:nvPr>
        </p:nvSpPr>
        <p:spPr>
          <a:xfrm>
            <a:off x="4831742" y="1913425"/>
            <a:ext cx="1782300" cy="7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71" name="Google Shape;271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tions &amp; Answers">
  <p:cSld name="CUSTOM_5">
    <p:bg>
      <p:bgPr>
        <a:solidFill>
          <a:schemeClr val="lt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3" name="Google Shape;273;p32"/>
          <p:cNvCxnSpPr/>
          <p:nvPr/>
        </p:nvCxnSpPr>
        <p:spPr>
          <a:xfrm>
            <a:off x="230900" y="2446575"/>
            <a:ext cx="4283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" name="Google Shape;274;p32"/>
          <p:cNvCxnSpPr/>
          <p:nvPr/>
        </p:nvCxnSpPr>
        <p:spPr>
          <a:xfrm>
            <a:off x="230900" y="3234225"/>
            <a:ext cx="4283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" name="Google Shape;275;p32"/>
          <p:cNvCxnSpPr/>
          <p:nvPr/>
        </p:nvCxnSpPr>
        <p:spPr>
          <a:xfrm>
            <a:off x="230900" y="4920000"/>
            <a:ext cx="86844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6" name="Google Shape;276;p32"/>
          <p:cNvCxnSpPr/>
          <p:nvPr/>
        </p:nvCxnSpPr>
        <p:spPr>
          <a:xfrm>
            <a:off x="230900" y="4021850"/>
            <a:ext cx="4283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32"/>
          <p:cNvCxnSpPr/>
          <p:nvPr/>
        </p:nvCxnSpPr>
        <p:spPr>
          <a:xfrm>
            <a:off x="4637300" y="2446575"/>
            <a:ext cx="4283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" name="Google Shape;278;p32"/>
          <p:cNvCxnSpPr/>
          <p:nvPr/>
        </p:nvCxnSpPr>
        <p:spPr>
          <a:xfrm>
            <a:off x="4637300" y="3234225"/>
            <a:ext cx="4283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" name="Google Shape;279;p32"/>
          <p:cNvCxnSpPr/>
          <p:nvPr/>
        </p:nvCxnSpPr>
        <p:spPr>
          <a:xfrm>
            <a:off x="4637300" y="4021850"/>
            <a:ext cx="4283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0" name="Google Shape;280;p32"/>
          <p:cNvSpPr txBox="1">
            <a:spLocks noGrp="1"/>
          </p:cNvSpPr>
          <p:nvPr>
            <p:ph type="title"/>
          </p:nvPr>
        </p:nvSpPr>
        <p:spPr>
          <a:xfrm>
            <a:off x="230900" y="457200"/>
            <a:ext cx="4280700" cy="16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81" name="Google Shape;281;p32"/>
          <p:cNvSpPr txBox="1">
            <a:spLocks noGrp="1"/>
          </p:cNvSpPr>
          <p:nvPr>
            <p:ph type="subTitle" idx="1"/>
          </p:nvPr>
        </p:nvSpPr>
        <p:spPr>
          <a:xfrm>
            <a:off x="239450" y="2568800"/>
            <a:ext cx="4283700" cy="35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32"/>
          <p:cNvSpPr txBox="1">
            <a:spLocks noGrp="1"/>
          </p:cNvSpPr>
          <p:nvPr>
            <p:ph type="subTitle" idx="2"/>
          </p:nvPr>
        </p:nvSpPr>
        <p:spPr>
          <a:xfrm>
            <a:off x="239450" y="2825198"/>
            <a:ext cx="4283700" cy="2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sz="12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83" name="Google Shape;283;p32"/>
          <p:cNvSpPr txBox="1">
            <a:spLocks noGrp="1"/>
          </p:cNvSpPr>
          <p:nvPr>
            <p:ph type="subTitle" idx="3"/>
          </p:nvPr>
        </p:nvSpPr>
        <p:spPr>
          <a:xfrm>
            <a:off x="228600" y="3356450"/>
            <a:ext cx="4294500" cy="35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32"/>
          <p:cNvSpPr txBox="1">
            <a:spLocks noGrp="1"/>
          </p:cNvSpPr>
          <p:nvPr>
            <p:ph type="subTitle" idx="4"/>
          </p:nvPr>
        </p:nvSpPr>
        <p:spPr>
          <a:xfrm>
            <a:off x="228600" y="3612828"/>
            <a:ext cx="4294500" cy="2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sz="12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85" name="Google Shape;285;p32"/>
          <p:cNvSpPr txBox="1">
            <a:spLocks noGrp="1"/>
          </p:cNvSpPr>
          <p:nvPr>
            <p:ph type="subTitle" idx="5"/>
          </p:nvPr>
        </p:nvSpPr>
        <p:spPr>
          <a:xfrm>
            <a:off x="228600" y="4199325"/>
            <a:ext cx="4283700" cy="35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32"/>
          <p:cNvSpPr txBox="1">
            <a:spLocks noGrp="1"/>
          </p:cNvSpPr>
          <p:nvPr>
            <p:ph type="subTitle" idx="6"/>
          </p:nvPr>
        </p:nvSpPr>
        <p:spPr>
          <a:xfrm>
            <a:off x="228600" y="4455723"/>
            <a:ext cx="4283700" cy="2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sz="12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87" name="Google Shape;287;p32"/>
          <p:cNvSpPr txBox="1">
            <a:spLocks noGrp="1"/>
          </p:cNvSpPr>
          <p:nvPr>
            <p:ph type="subTitle" idx="7"/>
          </p:nvPr>
        </p:nvSpPr>
        <p:spPr>
          <a:xfrm>
            <a:off x="4637606" y="2568800"/>
            <a:ext cx="4280700" cy="35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32"/>
          <p:cNvSpPr txBox="1">
            <a:spLocks noGrp="1"/>
          </p:cNvSpPr>
          <p:nvPr>
            <p:ph type="subTitle" idx="8"/>
          </p:nvPr>
        </p:nvSpPr>
        <p:spPr>
          <a:xfrm>
            <a:off x="4637606" y="2825193"/>
            <a:ext cx="4280700" cy="2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sz="12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89" name="Google Shape;289;p32"/>
          <p:cNvSpPr txBox="1">
            <a:spLocks noGrp="1"/>
          </p:cNvSpPr>
          <p:nvPr>
            <p:ph type="subTitle" idx="9"/>
          </p:nvPr>
        </p:nvSpPr>
        <p:spPr>
          <a:xfrm>
            <a:off x="4634650" y="3356440"/>
            <a:ext cx="4280700" cy="35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32"/>
          <p:cNvSpPr txBox="1">
            <a:spLocks noGrp="1"/>
          </p:cNvSpPr>
          <p:nvPr>
            <p:ph type="subTitle" idx="13"/>
          </p:nvPr>
        </p:nvSpPr>
        <p:spPr>
          <a:xfrm>
            <a:off x="4634650" y="3612833"/>
            <a:ext cx="4280700" cy="2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sz="12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91" name="Google Shape;291;p32"/>
          <p:cNvSpPr txBox="1">
            <a:spLocks noGrp="1"/>
          </p:cNvSpPr>
          <p:nvPr>
            <p:ph type="subTitle" idx="14"/>
          </p:nvPr>
        </p:nvSpPr>
        <p:spPr>
          <a:xfrm>
            <a:off x="4634650" y="4199331"/>
            <a:ext cx="4280700" cy="35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32"/>
          <p:cNvSpPr txBox="1">
            <a:spLocks noGrp="1"/>
          </p:cNvSpPr>
          <p:nvPr>
            <p:ph type="subTitle" idx="15"/>
          </p:nvPr>
        </p:nvSpPr>
        <p:spPr>
          <a:xfrm>
            <a:off x="4634650" y="4455724"/>
            <a:ext cx="4280700" cy="2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sz="12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93" name="Google Shape;293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94" name="Google Shape;294;p32"/>
          <p:cNvGrpSpPr/>
          <p:nvPr/>
        </p:nvGrpSpPr>
        <p:grpSpPr>
          <a:xfrm>
            <a:off x="227875" y="223475"/>
            <a:ext cx="1214500" cy="170400"/>
            <a:chOff x="304025" y="203375"/>
            <a:chExt cx="1214500" cy="170400"/>
          </a:xfrm>
        </p:grpSpPr>
        <p:sp>
          <p:nvSpPr>
            <p:cNvPr id="295" name="Google Shape;295;p32"/>
            <p:cNvSpPr txBox="1"/>
            <p:nvPr/>
          </p:nvSpPr>
          <p:spPr>
            <a:xfrm>
              <a:off x="304025" y="203650"/>
              <a:ext cx="5787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Section</a:t>
              </a:r>
              <a:endParaRPr sz="800">
                <a:solidFill>
                  <a:schemeClr val="lt1"/>
                </a:solidFill>
              </a:endParaRPr>
            </a:p>
          </p:txBody>
        </p:sp>
        <p:sp>
          <p:nvSpPr>
            <p:cNvPr id="296" name="Google Shape;296;p32"/>
            <p:cNvSpPr txBox="1"/>
            <p:nvPr/>
          </p:nvSpPr>
          <p:spPr>
            <a:xfrm>
              <a:off x="1194225" y="203650"/>
              <a:ext cx="3243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12</a:t>
              </a:r>
              <a:endParaRPr sz="800">
                <a:solidFill>
                  <a:schemeClr val="lt1"/>
                </a:solidFill>
              </a:endParaRPr>
            </a:p>
          </p:txBody>
        </p:sp>
        <p:cxnSp>
          <p:nvCxnSpPr>
            <p:cNvPr id="297" name="Google Shape;297;p32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98" name="Google Shape;298;p32"/>
          <p:cNvGrpSpPr/>
          <p:nvPr/>
        </p:nvGrpSpPr>
        <p:grpSpPr>
          <a:xfrm>
            <a:off x="227875" y="223475"/>
            <a:ext cx="1214400" cy="170400"/>
            <a:chOff x="304025" y="203375"/>
            <a:chExt cx="1214400" cy="170400"/>
          </a:xfrm>
        </p:grpSpPr>
        <p:sp>
          <p:nvSpPr>
            <p:cNvPr id="299" name="Google Shape;299;p32"/>
            <p:cNvSpPr/>
            <p:nvPr/>
          </p:nvSpPr>
          <p:spPr>
            <a:xfrm>
              <a:off x="304025" y="203650"/>
              <a:ext cx="1214400" cy="1695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cxnSp>
          <p:nvCxnSpPr>
            <p:cNvPr id="300" name="Google Shape;300;p32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1" name="Google Shape;301;p32"/>
          <p:cNvSpPr txBox="1">
            <a:spLocks noGrp="1"/>
          </p:cNvSpPr>
          <p:nvPr>
            <p:ph type="subTitle" idx="16"/>
          </p:nvPr>
        </p:nvSpPr>
        <p:spPr>
          <a:xfrm>
            <a:off x="227875" y="223475"/>
            <a:ext cx="883200" cy="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02" name="Google Shape;302;p32"/>
          <p:cNvSpPr txBox="1">
            <a:spLocks noGrp="1"/>
          </p:cNvSpPr>
          <p:nvPr>
            <p:ph type="sldNum" idx="17"/>
          </p:nvPr>
        </p:nvSpPr>
        <p:spPr>
          <a:xfrm>
            <a:off x="1105700" y="223000"/>
            <a:ext cx="336600" cy="1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r" rtl="0"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r" rtl="0"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r" rtl="0"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r" rtl="0"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r" rtl="0"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r" rtl="0"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r" rtl="0"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r" rtl="0"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tions &amp; Answers">
  <p:cSld name="CUSTOM_18">
    <p:bg>
      <p:bgPr>
        <a:solidFill>
          <a:schemeClr val="lt1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4" name="Google Shape;304;p33"/>
          <p:cNvCxnSpPr/>
          <p:nvPr/>
        </p:nvCxnSpPr>
        <p:spPr>
          <a:xfrm>
            <a:off x="230900" y="3460000"/>
            <a:ext cx="8690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5" name="Google Shape;305;p33"/>
          <p:cNvCxnSpPr/>
          <p:nvPr/>
        </p:nvCxnSpPr>
        <p:spPr>
          <a:xfrm>
            <a:off x="230900" y="4920000"/>
            <a:ext cx="86844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6" name="Google Shape;306;p33"/>
          <p:cNvSpPr txBox="1">
            <a:spLocks noGrp="1"/>
          </p:cNvSpPr>
          <p:nvPr>
            <p:ph type="title"/>
          </p:nvPr>
        </p:nvSpPr>
        <p:spPr>
          <a:xfrm>
            <a:off x="230900" y="457200"/>
            <a:ext cx="4280700" cy="16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7" name="Google Shape;307;p33"/>
          <p:cNvSpPr txBox="1">
            <a:spLocks noGrp="1"/>
          </p:cNvSpPr>
          <p:nvPr>
            <p:ph type="subTitle" idx="1"/>
          </p:nvPr>
        </p:nvSpPr>
        <p:spPr>
          <a:xfrm>
            <a:off x="1062075" y="2551350"/>
            <a:ext cx="7853100" cy="7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33"/>
          <p:cNvSpPr txBox="1">
            <a:spLocks noGrp="1"/>
          </p:cNvSpPr>
          <p:nvPr>
            <p:ph type="subTitle" idx="2"/>
          </p:nvPr>
        </p:nvSpPr>
        <p:spPr>
          <a:xfrm>
            <a:off x="1062075" y="3891925"/>
            <a:ext cx="7853100" cy="8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09" name="Google Shape;309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Summaries">
  <p:cSld name="CUSTOM">
    <p:bg>
      <p:bgPr>
        <a:solidFill>
          <a:schemeClr val="lt1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1" name="Google Shape;311;p34"/>
          <p:cNvGraphicFramePr/>
          <p:nvPr/>
        </p:nvGraphicFramePr>
        <p:xfrm>
          <a:off x="226300" y="306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{F68C0B7D-414A-4D06-8703-20C3257786CD}</a:tableStyleId>
              </a:tblPr>
              <a:tblGrid>
                <a:gridCol w="869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9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2" name="Google Shape;312;p34"/>
          <p:cNvGraphicFramePr/>
          <p:nvPr/>
        </p:nvGraphicFramePr>
        <p:xfrm>
          <a:off x="226300" y="374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{F68C0B7D-414A-4D06-8703-20C3257786CD}</a:tableStyleId>
              </a:tblPr>
              <a:tblGrid>
                <a:gridCol w="869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9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3" name="Google Shape;313;p34"/>
          <p:cNvGraphicFramePr/>
          <p:nvPr/>
        </p:nvGraphicFramePr>
        <p:xfrm>
          <a:off x="226300" y="442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{F68C0B7D-414A-4D06-8703-20C3257786CD}</a:tableStyleId>
              </a:tblPr>
              <a:tblGrid>
                <a:gridCol w="869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9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4" name="Google Shape;314;p34"/>
          <p:cNvGraphicFramePr/>
          <p:nvPr/>
        </p:nvGraphicFramePr>
        <p:xfrm>
          <a:off x="226313" y="239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{F68C0B7D-414A-4D06-8703-20C3257786CD}</a:tableStyleId>
              </a:tblPr>
              <a:tblGrid>
                <a:gridCol w="869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9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5" name="Google Shape;315;p34"/>
          <p:cNvGraphicFramePr/>
          <p:nvPr/>
        </p:nvGraphicFramePr>
        <p:xfrm>
          <a:off x="226288" y="171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{F68C0B7D-414A-4D06-8703-20C3257786CD}</a:tableStyleId>
              </a:tblPr>
              <a:tblGrid>
                <a:gridCol w="869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9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6" name="Google Shape;316;p34"/>
          <p:cNvSpPr txBox="1">
            <a:spLocks noGrp="1"/>
          </p:cNvSpPr>
          <p:nvPr>
            <p:ph type="subTitle" idx="1"/>
          </p:nvPr>
        </p:nvSpPr>
        <p:spPr>
          <a:xfrm>
            <a:off x="228600" y="1715350"/>
            <a:ext cx="1782300" cy="4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317" name="Google Shape;317;p34"/>
          <p:cNvSpPr txBox="1">
            <a:spLocks noGrp="1"/>
          </p:cNvSpPr>
          <p:nvPr>
            <p:ph type="title"/>
          </p:nvPr>
        </p:nvSpPr>
        <p:spPr>
          <a:xfrm>
            <a:off x="3921508" y="1715350"/>
            <a:ext cx="4996200" cy="4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8" name="Google Shape;318;p34"/>
          <p:cNvSpPr txBox="1">
            <a:spLocks noGrp="1"/>
          </p:cNvSpPr>
          <p:nvPr>
            <p:ph type="subTitle" idx="2"/>
          </p:nvPr>
        </p:nvSpPr>
        <p:spPr>
          <a:xfrm>
            <a:off x="227388" y="2391625"/>
            <a:ext cx="1782300" cy="4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319" name="Google Shape;319;p34"/>
          <p:cNvSpPr txBox="1">
            <a:spLocks noGrp="1"/>
          </p:cNvSpPr>
          <p:nvPr>
            <p:ph type="title" idx="3"/>
          </p:nvPr>
        </p:nvSpPr>
        <p:spPr>
          <a:xfrm>
            <a:off x="3920125" y="2391625"/>
            <a:ext cx="4996200" cy="4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0" name="Google Shape;320;p34"/>
          <p:cNvSpPr txBox="1">
            <a:spLocks noGrp="1"/>
          </p:cNvSpPr>
          <p:nvPr>
            <p:ph type="subTitle" idx="4"/>
          </p:nvPr>
        </p:nvSpPr>
        <p:spPr>
          <a:xfrm>
            <a:off x="227388" y="3067900"/>
            <a:ext cx="1782300" cy="4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321" name="Google Shape;321;p34"/>
          <p:cNvSpPr txBox="1">
            <a:spLocks noGrp="1"/>
          </p:cNvSpPr>
          <p:nvPr>
            <p:ph type="title" idx="5"/>
          </p:nvPr>
        </p:nvSpPr>
        <p:spPr>
          <a:xfrm>
            <a:off x="3920125" y="3067900"/>
            <a:ext cx="4996200" cy="4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2" name="Google Shape;322;p34"/>
          <p:cNvSpPr txBox="1">
            <a:spLocks noGrp="1"/>
          </p:cNvSpPr>
          <p:nvPr>
            <p:ph type="subTitle" idx="6"/>
          </p:nvPr>
        </p:nvSpPr>
        <p:spPr>
          <a:xfrm>
            <a:off x="227388" y="3744225"/>
            <a:ext cx="1782300" cy="4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323" name="Google Shape;323;p34"/>
          <p:cNvSpPr txBox="1">
            <a:spLocks noGrp="1"/>
          </p:cNvSpPr>
          <p:nvPr>
            <p:ph type="title" idx="7"/>
          </p:nvPr>
        </p:nvSpPr>
        <p:spPr>
          <a:xfrm>
            <a:off x="3920125" y="3744225"/>
            <a:ext cx="4996200" cy="4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4" name="Google Shape;324;p34"/>
          <p:cNvSpPr txBox="1">
            <a:spLocks noGrp="1"/>
          </p:cNvSpPr>
          <p:nvPr>
            <p:ph type="subTitle" idx="8"/>
          </p:nvPr>
        </p:nvSpPr>
        <p:spPr>
          <a:xfrm>
            <a:off x="227413" y="4420450"/>
            <a:ext cx="1782300" cy="4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325" name="Google Shape;325;p34"/>
          <p:cNvSpPr txBox="1">
            <a:spLocks noGrp="1"/>
          </p:cNvSpPr>
          <p:nvPr>
            <p:ph type="title" idx="9"/>
          </p:nvPr>
        </p:nvSpPr>
        <p:spPr>
          <a:xfrm>
            <a:off x="3920154" y="4420450"/>
            <a:ext cx="4996200" cy="4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6" name="Google Shape;326;p34"/>
          <p:cNvSpPr txBox="1">
            <a:spLocks noGrp="1"/>
          </p:cNvSpPr>
          <p:nvPr>
            <p:ph type="title" idx="13"/>
          </p:nvPr>
        </p:nvSpPr>
        <p:spPr>
          <a:xfrm>
            <a:off x="230900" y="457200"/>
            <a:ext cx="44064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27" name="Google Shape;327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ing campaign">
  <p:cSld name="CUSTOM_1">
    <p:bg>
      <p:bgPr>
        <a:solidFill>
          <a:schemeClr val="dk1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/>
          <p:cNvSpPr txBox="1">
            <a:spLocks noGrp="1"/>
          </p:cNvSpPr>
          <p:nvPr>
            <p:ph type="title"/>
          </p:nvPr>
        </p:nvSpPr>
        <p:spPr>
          <a:xfrm>
            <a:off x="230900" y="457200"/>
            <a:ext cx="57129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30" name="Google Shape;330;p35"/>
          <p:cNvSpPr/>
          <p:nvPr/>
        </p:nvSpPr>
        <p:spPr>
          <a:xfrm>
            <a:off x="230900" y="2574574"/>
            <a:ext cx="8684400" cy="54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1" name="Google Shape;331;p35"/>
          <p:cNvSpPr/>
          <p:nvPr/>
        </p:nvSpPr>
        <p:spPr>
          <a:xfrm>
            <a:off x="229800" y="3174585"/>
            <a:ext cx="8684400" cy="54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2" name="Google Shape;332;p35"/>
          <p:cNvSpPr/>
          <p:nvPr/>
        </p:nvSpPr>
        <p:spPr>
          <a:xfrm>
            <a:off x="229800" y="3774596"/>
            <a:ext cx="8684400" cy="54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3" name="Google Shape;333;p35"/>
          <p:cNvSpPr/>
          <p:nvPr/>
        </p:nvSpPr>
        <p:spPr>
          <a:xfrm>
            <a:off x="229800" y="4374607"/>
            <a:ext cx="8684400" cy="54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4" name="Google Shape;334;p35"/>
          <p:cNvSpPr txBox="1">
            <a:spLocks noGrp="1"/>
          </p:cNvSpPr>
          <p:nvPr>
            <p:ph type="subTitle" idx="1"/>
          </p:nvPr>
        </p:nvSpPr>
        <p:spPr>
          <a:xfrm>
            <a:off x="228600" y="2574574"/>
            <a:ext cx="1782300" cy="5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335" name="Google Shape;335;p35"/>
          <p:cNvSpPr txBox="1">
            <a:spLocks noGrp="1"/>
          </p:cNvSpPr>
          <p:nvPr>
            <p:ph type="subTitle" idx="2"/>
          </p:nvPr>
        </p:nvSpPr>
        <p:spPr>
          <a:xfrm>
            <a:off x="228600" y="3174588"/>
            <a:ext cx="1782300" cy="5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336" name="Google Shape;336;p35"/>
          <p:cNvSpPr txBox="1">
            <a:spLocks noGrp="1"/>
          </p:cNvSpPr>
          <p:nvPr>
            <p:ph type="subTitle" idx="3"/>
          </p:nvPr>
        </p:nvSpPr>
        <p:spPr>
          <a:xfrm>
            <a:off x="228600" y="3774593"/>
            <a:ext cx="1782300" cy="5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337" name="Google Shape;337;p35"/>
          <p:cNvSpPr txBox="1">
            <a:spLocks noGrp="1"/>
          </p:cNvSpPr>
          <p:nvPr>
            <p:ph type="subTitle" idx="4"/>
          </p:nvPr>
        </p:nvSpPr>
        <p:spPr>
          <a:xfrm>
            <a:off x="228600" y="4374598"/>
            <a:ext cx="1782300" cy="5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338" name="Google Shape;338;p35"/>
          <p:cNvSpPr txBox="1">
            <a:spLocks noGrp="1"/>
          </p:cNvSpPr>
          <p:nvPr>
            <p:ph type="body" idx="5"/>
          </p:nvPr>
        </p:nvSpPr>
        <p:spPr>
          <a:xfrm>
            <a:off x="4514725" y="2574680"/>
            <a:ext cx="4399800" cy="5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39" name="Google Shape;339;p35"/>
          <p:cNvSpPr txBox="1">
            <a:spLocks noGrp="1"/>
          </p:cNvSpPr>
          <p:nvPr>
            <p:ph type="body" idx="6"/>
          </p:nvPr>
        </p:nvSpPr>
        <p:spPr>
          <a:xfrm>
            <a:off x="4514725" y="3174644"/>
            <a:ext cx="4399800" cy="5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40" name="Google Shape;340;p35"/>
          <p:cNvSpPr txBox="1">
            <a:spLocks noGrp="1"/>
          </p:cNvSpPr>
          <p:nvPr>
            <p:ph type="body" idx="7"/>
          </p:nvPr>
        </p:nvSpPr>
        <p:spPr>
          <a:xfrm>
            <a:off x="4514725" y="3774634"/>
            <a:ext cx="4399800" cy="5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41" name="Google Shape;341;p35"/>
          <p:cNvSpPr txBox="1">
            <a:spLocks noGrp="1"/>
          </p:cNvSpPr>
          <p:nvPr>
            <p:ph type="body" idx="8"/>
          </p:nvPr>
        </p:nvSpPr>
        <p:spPr>
          <a:xfrm>
            <a:off x="4514725" y="4374625"/>
            <a:ext cx="4399800" cy="5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42" name="Google Shape;342;p35"/>
          <p:cNvSpPr/>
          <p:nvPr/>
        </p:nvSpPr>
        <p:spPr>
          <a:xfrm>
            <a:off x="232050" y="1374499"/>
            <a:ext cx="8684400" cy="54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43" name="Google Shape;343;p35"/>
          <p:cNvSpPr/>
          <p:nvPr/>
        </p:nvSpPr>
        <p:spPr>
          <a:xfrm>
            <a:off x="230950" y="1974510"/>
            <a:ext cx="8684400" cy="54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44" name="Google Shape;344;p35"/>
          <p:cNvSpPr txBox="1">
            <a:spLocks noGrp="1"/>
          </p:cNvSpPr>
          <p:nvPr>
            <p:ph type="subTitle" idx="9"/>
          </p:nvPr>
        </p:nvSpPr>
        <p:spPr>
          <a:xfrm>
            <a:off x="229750" y="1374499"/>
            <a:ext cx="1782300" cy="5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345" name="Google Shape;345;p35"/>
          <p:cNvSpPr txBox="1">
            <a:spLocks noGrp="1"/>
          </p:cNvSpPr>
          <p:nvPr>
            <p:ph type="subTitle" idx="13"/>
          </p:nvPr>
        </p:nvSpPr>
        <p:spPr>
          <a:xfrm>
            <a:off x="229750" y="1974513"/>
            <a:ext cx="1782300" cy="5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346" name="Google Shape;346;p35"/>
          <p:cNvSpPr txBox="1">
            <a:spLocks noGrp="1"/>
          </p:cNvSpPr>
          <p:nvPr>
            <p:ph type="body" idx="14"/>
          </p:nvPr>
        </p:nvSpPr>
        <p:spPr>
          <a:xfrm>
            <a:off x="4515742" y="1374600"/>
            <a:ext cx="4399800" cy="5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47" name="Google Shape;347;p35"/>
          <p:cNvSpPr txBox="1">
            <a:spLocks noGrp="1"/>
          </p:cNvSpPr>
          <p:nvPr>
            <p:ph type="body" idx="15"/>
          </p:nvPr>
        </p:nvSpPr>
        <p:spPr>
          <a:xfrm>
            <a:off x="4515742" y="1974564"/>
            <a:ext cx="4399800" cy="54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48" name="Google Shape;348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r Charts">
  <p:cSld name="CUSTOM_14">
    <p:bg>
      <p:bgPr>
        <a:solidFill>
          <a:schemeClr val="dk1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6"/>
          <p:cNvSpPr txBox="1">
            <a:spLocks noGrp="1"/>
          </p:cNvSpPr>
          <p:nvPr>
            <p:ph type="title"/>
          </p:nvPr>
        </p:nvSpPr>
        <p:spPr>
          <a:xfrm>
            <a:off x="230900" y="457200"/>
            <a:ext cx="57129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1" name="Google Shape;351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52" name="Google Shape;352;p36"/>
          <p:cNvGrpSpPr/>
          <p:nvPr/>
        </p:nvGrpSpPr>
        <p:grpSpPr>
          <a:xfrm>
            <a:off x="228600" y="223475"/>
            <a:ext cx="1214500" cy="170400"/>
            <a:chOff x="304025" y="203375"/>
            <a:chExt cx="1214500" cy="170400"/>
          </a:xfrm>
        </p:grpSpPr>
        <p:sp>
          <p:nvSpPr>
            <p:cNvPr id="353" name="Google Shape;353;p36"/>
            <p:cNvSpPr txBox="1"/>
            <p:nvPr/>
          </p:nvSpPr>
          <p:spPr>
            <a:xfrm>
              <a:off x="304025" y="203650"/>
              <a:ext cx="5787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Section</a:t>
              </a:r>
              <a:endParaRPr sz="800">
                <a:solidFill>
                  <a:schemeClr val="lt1"/>
                </a:solidFill>
              </a:endParaRPr>
            </a:p>
          </p:txBody>
        </p:sp>
        <p:sp>
          <p:nvSpPr>
            <p:cNvPr id="354" name="Google Shape;354;p36"/>
            <p:cNvSpPr txBox="1"/>
            <p:nvPr/>
          </p:nvSpPr>
          <p:spPr>
            <a:xfrm>
              <a:off x="1194225" y="203650"/>
              <a:ext cx="3243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12</a:t>
              </a:r>
              <a:endParaRPr sz="800">
                <a:solidFill>
                  <a:schemeClr val="lt1"/>
                </a:solidFill>
              </a:endParaRPr>
            </a:p>
          </p:txBody>
        </p:sp>
        <p:cxnSp>
          <p:nvCxnSpPr>
            <p:cNvPr id="355" name="Google Shape;355;p36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6" name="Google Shape;356;p36"/>
          <p:cNvSpPr/>
          <p:nvPr/>
        </p:nvSpPr>
        <p:spPr>
          <a:xfrm>
            <a:off x="228600" y="223750"/>
            <a:ext cx="1214400" cy="1695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cxnSp>
        <p:nvCxnSpPr>
          <p:cNvPr id="357" name="Google Shape;357;p36"/>
          <p:cNvCxnSpPr/>
          <p:nvPr/>
        </p:nvCxnSpPr>
        <p:spPr>
          <a:xfrm>
            <a:off x="1105800" y="223475"/>
            <a:ext cx="600" cy="17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8" name="Google Shape;358;p36"/>
          <p:cNvSpPr txBox="1">
            <a:spLocks noGrp="1"/>
          </p:cNvSpPr>
          <p:nvPr>
            <p:ph type="subTitle" idx="1"/>
          </p:nvPr>
        </p:nvSpPr>
        <p:spPr>
          <a:xfrm>
            <a:off x="228600" y="223475"/>
            <a:ext cx="877200" cy="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8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59" name="Google Shape;359;p36"/>
          <p:cNvSpPr txBox="1">
            <a:spLocks noGrp="1"/>
          </p:cNvSpPr>
          <p:nvPr>
            <p:ph type="sldNum" idx="2"/>
          </p:nvPr>
        </p:nvSpPr>
        <p:spPr>
          <a:xfrm>
            <a:off x="1105700" y="223000"/>
            <a:ext cx="336600" cy="1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r" rtl="0">
              <a:buNone/>
              <a:defRPr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r" rtl="0">
              <a:buNone/>
              <a:defRPr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r" rtl="0">
              <a:buNone/>
              <a:defRPr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r" rtl="0">
              <a:buNone/>
              <a:defRPr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r" rtl="0">
              <a:buNone/>
              <a:defRPr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r" rtl="0">
              <a:buNone/>
              <a:defRPr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r" rtl="0">
              <a:buNone/>
              <a:defRPr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r" rtl="0">
              <a:buNone/>
              <a:defRPr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Updates">
  <p:cSld name="CUSTOM_2">
    <p:bg>
      <p:bgPr>
        <a:solidFill>
          <a:schemeClr val="lt1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7"/>
          <p:cNvSpPr/>
          <p:nvPr/>
        </p:nvSpPr>
        <p:spPr>
          <a:xfrm>
            <a:off x="228601" y="2289551"/>
            <a:ext cx="161400" cy="170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7"/>
          <p:cNvSpPr/>
          <p:nvPr/>
        </p:nvSpPr>
        <p:spPr>
          <a:xfrm>
            <a:off x="228601" y="3368687"/>
            <a:ext cx="161400" cy="170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7"/>
          <p:cNvSpPr/>
          <p:nvPr/>
        </p:nvSpPr>
        <p:spPr>
          <a:xfrm>
            <a:off x="228601" y="4447824"/>
            <a:ext cx="161400" cy="170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7"/>
          <p:cNvSpPr txBox="1">
            <a:spLocks noGrp="1"/>
          </p:cNvSpPr>
          <p:nvPr>
            <p:ph type="subTitle" idx="1"/>
          </p:nvPr>
        </p:nvSpPr>
        <p:spPr>
          <a:xfrm>
            <a:off x="473450" y="2289475"/>
            <a:ext cx="2996100" cy="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37"/>
          <p:cNvSpPr txBox="1">
            <a:spLocks noGrp="1"/>
          </p:cNvSpPr>
          <p:nvPr>
            <p:ph type="body" idx="2"/>
          </p:nvPr>
        </p:nvSpPr>
        <p:spPr>
          <a:xfrm>
            <a:off x="473450" y="2523625"/>
            <a:ext cx="2819100" cy="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366" name="Google Shape;366;p37"/>
          <p:cNvSpPr txBox="1">
            <a:spLocks noGrp="1"/>
          </p:cNvSpPr>
          <p:nvPr>
            <p:ph type="subTitle" idx="3"/>
          </p:nvPr>
        </p:nvSpPr>
        <p:spPr>
          <a:xfrm>
            <a:off x="473450" y="3368675"/>
            <a:ext cx="2996100" cy="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67" name="Google Shape;367;p37"/>
          <p:cNvSpPr txBox="1">
            <a:spLocks noGrp="1"/>
          </p:cNvSpPr>
          <p:nvPr>
            <p:ph type="body" idx="4"/>
          </p:nvPr>
        </p:nvSpPr>
        <p:spPr>
          <a:xfrm>
            <a:off x="473450" y="3602825"/>
            <a:ext cx="2819100" cy="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368" name="Google Shape;368;p37"/>
          <p:cNvSpPr txBox="1">
            <a:spLocks noGrp="1"/>
          </p:cNvSpPr>
          <p:nvPr>
            <p:ph type="subTitle" idx="5"/>
          </p:nvPr>
        </p:nvSpPr>
        <p:spPr>
          <a:xfrm>
            <a:off x="473450" y="4447875"/>
            <a:ext cx="2996100" cy="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37"/>
          <p:cNvSpPr txBox="1">
            <a:spLocks noGrp="1"/>
          </p:cNvSpPr>
          <p:nvPr>
            <p:ph type="body" idx="6"/>
          </p:nvPr>
        </p:nvSpPr>
        <p:spPr>
          <a:xfrm>
            <a:off x="473450" y="4682025"/>
            <a:ext cx="2819100" cy="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370" name="Google Shape;370;p37"/>
          <p:cNvSpPr/>
          <p:nvPr/>
        </p:nvSpPr>
        <p:spPr>
          <a:xfrm>
            <a:off x="4514726" y="2289626"/>
            <a:ext cx="161400" cy="170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37"/>
          <p:cNvSpPr/>
          <p:nvPr/>
        </p:nvSpPr>
        <p:spPr>
          <a:xfrm>
            <a:off x="4514726" y="3368762"/>
            <a:ext cx="161400" cy="170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7"/>
          <p:cNvSpPr/>
          <p:nvPr/>
        </p:nvSpPr>
        <p:spPr>
          <a:xfrm>
            <a:off x="4514726" y="4447899"/>
            <a:ext cx="161400" cy="170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37"/>
          <p:cNvSpPr txBox="1">
            <a:spLocks noGrp="1"/>
          </p:cNvSpPr>
          <p:nvPr>
            <p:ph type="subTitle" idx="7"/>
          </p:nvPr>
        </p:nvSpPr>
        <p:spPr>
          <a:xfrm>
            <a:off x="4759575" y="2289550"/>
            <a:ext cx="2996100" cy="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37"/>
          <p:cNvSpPr txBox="1">
            <a:spLocks noGrp="1"/>
          </p:cNvSpPr>
          <p:nvPr>
            <p:ph type="body" idx="8"/>
          </p:nvPr>
        </p:nvSpPr>
        <p:spPr>
          <a:xfrm>
            <a:off x="4759575" y="2523700"/>
            <a:ext cx="2819100" cy="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375" name="Google Shape;375;p37"/>
          <p:cNvSpPr txBox="1">
            <a:spLocks noGrp="1"/>
          </p:cNvSpPr>
          <p:nvPr>
            <p:ph type="subTitle" idx="9"/>
          </p:nvPr>
        </p:nvSpPr>
        <p:spPr>
          <a:xfrm>
            <a:off x="4759575" y="3368750"/>
            <a:ext cx="2996100" cy="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37"/>
          <p:cNvSpPr txBox="1">
            <a:spLocks noGrp="1"/>
          </p:cNvSpPr>
          <p:nvPr>
            <p:ph type="body" idx="13"/>
          </p:nvPr>
        </p:nvSpPr>
        <p:spPr>
          <a:xfrm>
            <a:off x="4759575" y="3602900"/>
            <a:ext cx="2819100" cy="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377" name="Google Shape;377;p37"/>
          <p:cNvSpPr txBox="1">
            <a:spLocks noGrp="1"/>
          </p:cNvSpPr>
          <p:nvPr>
            <p:ph type="subTitle" idx="14"/>
          </p:nvPr>
        </p:nvSpPr>
        <p:spPr>
          <a:xfrm>
            <a:off x="4759575" y="4447950"/>
            <a:ext cx="2996100" cy="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78" name="Google Shape;378;p37"/>
          <p:cNvSpPr txBox="1">
            <a:spLocks noGrp="1"/>
          </p:cNvSpPr>
          <p:nvPr>
            <p:ph type="body" idx="15"/>
          </p:nvPr>
        </p:nvSpPr>
        <p:spPr>
          <a:xfrm>
            <a:off x="4759575" y="4682100"/>
            <a:ext cx="2819100" cy="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379" name="Google Shape;379;p37"/>
          <p:cNvSpPr txBox="1">
            <a:spLocks noGrp="1"/>
          </p:cNvSpPr>
          <p:nvPr>
            <p:ph type="title"/>
          </p:nvPr>
        </p:nvSpPr>
        <p:spPr>
          <a:xfrm>
            <a:off x="230900" y="457200"/>
            <a:ext cx="44064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80" name="Google Shape;380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e Graph">
  <p:cSld name="CUSTOM_12">
    <p:bg>
      <p:bgPr>
        <a:solidFill>
          <a:schemeClr val="lt1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8"/>
          <p:cNvSpPr txBox="1">
            <a:spLocks noGrp="1"/>
          </p:cNvSpPr>
          <p:nvPr>
            <p:ph type="title"/>
          </p:nvPr>
        </p:nvSpPr>
        <p:spPr>
          <a:xfrm>
            <a:off x="230900" y="457200"/>
            <a:ext cx="44064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83" name="Google Shape;383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ives / Key Takeaways">
  <p:cSld name="CUSTOM_12_1">
    <p:bg>
      <p:bgPr>
        <a:solidFill>
          <a:schemeClr val="l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5" name="Google Shape;385;p39"/>
          <p:cNvGraphicFramePr/>
          <p:nvPr/>
        </p:nvGraphicFramePr>
        <p:xfrm>
          <a:off x="228588" y="142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{F68C0B7D-414A-4D06-8703-20C3257786CD}</a:tableStyleId>
              </a:tblPr>
              <a:tblGrid>
                <a:gridCol w="271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7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6" name="Google Shape;386;p39"/>
          <p:cNvGraphicFramePr/>
          <p:nvPr/>
        </p:nvGraphicFramePr>
        <p:xfrm>
          <a:off x="3216075" y="142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{F68C0B7D-414A-4D06-8703-20C3257786CD}</a:tableStyleId>
              </a:tblPr>
              <a:tblGrid>
                <a:gridCol w="271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7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7" name="Google Shape;387;p39"/>
          <p:cNvGraphicFramePr/>
          <p:nvPr/>
        </p:nvGraphicFramePr>
        <p:xfrm>
          <a:off x="6203563" y="142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{F68C0B7D-414A-4D06-8703-20C3257786CD}</a:tableStyleId>
              </a:tblPr>
              <a:tblGrid>
                <a:gridCol w="271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7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8" name="Google Shape;388;p39"/>
          <p:cNvSpPr txBox="1">
            <a:spLocks noGrp="1"/>
          </p:cNvSpPr>
          <p:nvPr>
            <p:ph type="body" idx="1"/>
          </p:nvPr>
        </p:nvSpPr>
        <p:spPr>
          <a:xfrm>
            <a:off x="356300" y="2437750"/>
            <a:ext cx="2456400" cy="246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9" name="Google Shape;389;p39"/>
          <p:cNvSpPr txBox="1">
            <a:spLocks noGrp="1"/>
          </p:cNvSpPr>
          <p:nvPr>
            <p:ph type="body" idx="2"/>
          </p:nvPr>
        </p:nvSpPr>
        <p:spPr>
          <a:xfrm>
            <a:off x="3343788" y="2437750"/>
            <a:ext cx="2456400" cy="246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0" name="Google Shape;390;p39"/>
          <p:cNvSpPr txBox="1">
            <a:spLocks noGrp="1"/>
          </p:cNvSpPr>
          <p:nvPr>
            <p:ph type="body" idx="3"/>
          </p:nvPr>
        </p:nvSpPr>
        <p:spPr>
          <a:xfrm>
            <a:off x="6331275" y="2437750"/>
            <a:ext cx="2456400" cy="246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1" name="Google Shape;391;p39"/>
          <p:cNvSpPr txBox="1">
            <a:spLocks noGrp="1"/>
          </p:cNvSpPr>
          <p:nvPr>
            <p:ph type="title"/>
          </p:nvPr>
        </p:nvSpPr>
        <p:spPr>
          <a:xfrm>
            <a:off x="333350" y="1565975"/>
            <a:ext cx="25023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39"/>
          <p:cNvSpPr txBox="1">
            <a:spLocks noGrp="1"/>
          </p:cNvSpPr>
          <p:nvPr>
            <p:ph type="title" idx="4"/>
          </p:nvPr>
        </p:nvSpPr>
        <p:spPr>
          <a:xfrm>
            <a:off x="3320850" y="1565975"/>
            <a:ext cx="25023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9"/>
          <p:cNvSpPr txBox="1">
            <a:spLocks noGrp="1"/>
          </p:cNvSpPr>
          <p:nvPr>
            <p:ph type="title" idx="5"/>
          </p:nvPr>
        </p:nvSpPr>
        <p:spPr>
          <a:xfrm>
            <a:off x="6308325" y="1565975"/>
            <a:ext cx="25023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39"/>
          <p:cNvSpPr txBox="1">
            <a:spLocks noGrp="1"/>
          </p:cNvSpPr>
          <p:nvPr>
            <p:ph type="title" idx="6"/>
          </p:nvPr>
        </p:nvSpPr>
        <p:spPr>
          <a:xfrm>
            <a:off x="230900" y="457200"/>
            <a:ext cx="44064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5" name="Google Shape;395;p39"/>
          <p:cNvSpPr txBox="1">
            <a:spLocks noGrp="1"/>
          </p:cNvSpPr>
          <p:nvPr>
            <p:ph type="title" idx="7"/>
          </p:nvPr>
        </p:nvSpPr>
        <p:spPr>
          <a:xfrm>
            <a:off x="316303" y="1833564"/>
            <a:ext cx="2502300" cy="13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6" name="Google Shape;396;p39"/>
          <p:cNvSpPr txBox="1">
            <a:spLocks noGrp="1"/>
          </p:cNvSpPr>
          <p:nvPr>
            <p:ph type="title" idx="8"/>
          </p:nvPr>
        </p:nvSpPr>
        <p:spPr>
          <a:xfrm>
            <a:off x="3320853" y="1833564"/>
            <a:ext cx="2502300" cy="13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7" name="Google Shape;397;p39"/>
          <p:cNvSpPr txBox="1">
            <a:spLocks noGrp="1"/>
          </p:cNvSpPr>
          <p:nvPr>
            <p:ph type="title" idx="9"/>
          </p:nvPr>
        </p:nvSpPr>
        <p:spPr>
          <a:xfrm>
            <a:off x="6308328" y="1833564"/>
            <a:ext cx="2502300" cy="13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8" name="Google Shape;398;p39"/>
          <p:cNvSpPr txBox="1">
            <a:spLocks noGrp="1"/>
          </p:cNvSpPr>
          <p:nvPr>
            <p:ph type="title" idx="13"/>
          </p:nvPr>
        </p:nvSpPr>
        <p:spPr>
          <a:xfrm>
            <a:off x="5552275" y="457200"/>
            <a:ext cx="33687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9" name="Google Shape;399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pcoming Events">
  <p:cSld name="CUSTOM_3">
    <p:bg>
      <p:bgPr>
        <a:solidFill>
          <a:schemeClr val="dk1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0"/>
          <p:cNvSpPr txBox="1">
            <a:spLocks noGrp="1"/>
          </p:cNvSpPr>
          <p:nvPr>
            <p:ph type="title"/>
          </p:nvPr>
        </p:nvSpPr>
        <p:spPr>
          <a:xfrm>
            <a:off x="230900" y="697875"/>
            <a:ext cx="4406400" cy="8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2" name="Google Shape;402;p40"/>
          <p:cNvSpPr txBox="1">
            <a:spLocks noGrp="1"/>
          </p:cNvSpPr>
          <p:nvPr>
            <p:ph type="subTitle" idx="1"/>
          </p:nvPr>
        </p:nvSpPr>
        <p:spPr>
          <a:xfrm>
            <a:off x="5943750" y="973900"/>
            <a:ext cx="2996100" cy="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3" name="Google Shape;403;p40"/>
          <p:cNvSpPr txBox="1">
            <a:spLocks noGrp="1"/>
          </p:cNvSpPr>
          <p:nvPr>
            <p:ph type="body" idx="2"/>
          </p:nvPr>
        </p:nvSpPr>
        <p:spPr>
          <a:xfrm>
            <a:off x="5943750" y="1208050"/>
            <a:ext cx="2819100" cy="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4" name="Google Shape;404;p40"/>
          <p:cNvSpPr txBox="1">
            <a:spLocks noGrp="1"/>
          </p:cNvSpPr>
          <p:nvPr>
            <p:ph type="subTitle" idx="3"/>
          </p:nvPr>
        </p:nvSpPr>
        <p:spPr>
          <a:xfrm>
            <a:off x="5943750" y="2053025"/>
            <a:ext cx="2996100" cy="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5" name="Google Shape;405;p40"/>
          <p:cNvSpPr txBox="1">
            <a:spLocks noGrp="1"/>
          </p:cNvSpPr>
          <p:nvPr>
            <p:ph type="body" idx="4"/>
          </p:nvPr>
        </p:nvSpPr>
        <p:spPr>
          <a:xfrm>
            <a:off x="5943750" y="2287175"/>
            <a:ext cx="2819100" cy="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6" name="Google Shape;406;p40"/>
          <p:cNvSpPr txBox="1">
            <a:spLocks noGrp="1"/>
          </p:cNvSpPr>
          <p:nvPr>
            <p:ph type="subTitle" idx="5"/>
          </p:nvPr>
        </p:nvSpPr>
        <p:spPr>
          <a:xfrm>
            <a:off x="5943750" y="3132150"/>
            <a:ext cx="2996100" cy="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7" name="Google Shape;407;p40"/>
          <p:cNvSpPr txBox="1">
            <a:spLocks noGrp="1"/>
          </p:cNvSpPr>
          <p:nvPr>
            <p:ph type="body" idx="6"/>
          </p:nvPr>
        </p:nvSpPr>
        <p:spPr>
          <a:xfrm>
            <a:off x="5943750" y="3366300"/>
            <a:ext cx="2819100" cy="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8" name="Google Shape;408;p40"/>
          <p:cNvSpPr txBox="1">
            <a:spLocks noGrp="1"/>
          </p:cNvSpPr>
          <p:nvPr>
            <p:ph type="subTitle" idx="7"/>
          </p:nvPr>
        </p:nvSpPr>
        <p:spPr>
          <a:xfrm>
            <a:off x="5943750" y="4211275"/>
            <a:ext cx="2996100" cy="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9" name="Google Shape;409;p40"/>
          <p:cNvSpPr txBox="1">
            <a:spLocks noGrp="1"/>
          </p:cNvSpPr>
          <p:nvPr>
            <p:ph type="body" idx="8"/>
          </p:nvPr>
        </p:nvSpPr>
        <p:spPr>
          <a:xfrm>
            <a:off x="5943750" y="4445425"/>
            <a:ext cx="2819100" cy="1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0" name="Google Shape;410;p40"/>
          <p:cNvSpPr txBox="1">
            <a:spLocks noGrp="1"/>
          </p:cNvSpPr>
          <p:nvPr>
            <p:ph type="subTitle" idx="9"/>
          </p:nvPr>
        </p:nvSpPr>
        <p:spPr>
          <a:xfrm>
            <a:off x="227975" y="2744325"/>
            <a:ext cx="3572100" cy="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1" name="Google Shape;411;p40"/>
          <p:cNvSpPr txBox="1">
            <a:spLocks noGrp="1"/>
          </p:cNvSpPr>
          <p:nvPr>
            <p:ph type="body" idx="13"/>
          </p:nvPr>
        </p:nvSpPr>
        <p:spPr>
          <a:xfrm>
            <a:off x="227875" y="3458750"/>
            <a:ext cx="4287000" cy="14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2" name="Google Shape;412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3_1">
    <p:bg>
      <p:bgPr>
        <a:solidFill>
          <a:schemeClr val="dk1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1"/>
          <p:cNvSpPr txBox="1">
            <a:spLocks noGrp="1"/>
          </p:cNvSpPr>
          <p:nvPr>
            <p:ph type="subTitle" idx="1"/>
          </p:nvPr>
        </p:nvSpPr>
        <p:spPr>
          <a:xfrm>
            <a:off x="852075" y="2128039"/>
            <a:ext cx="2088900" cy="1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5" name="Google Shape;415;p41"/>
          <p:cNvSpPr txBox="1">
            <a:spLocks noGrp="1"/>
          </p:cNvSpPr>
          <p:nvPr>
            <p:ph type="title"/>
          </p:nvPr>
        </p:nvSpPr>
        <p:spPr>
          <a:xfrm>
            <a:off x="230900" y="457200"/>
            <a:ext cx="71877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6" name="Google Shape;416;p41"/>
          <p:cNvSpPr txBox="1">
            <a:spLocks noGrp="1"/>
          </p:cNvSpPr>
          <p:nvPr>
            <p:ph type="subTitle" idx="2"/>
          </p:nvPr>
        </p:nvSpPr>
        <p:spPr>
          <a:xfrm>
            <a:off x="3046825" y="2128039"/>
            <a:ext cx="2088900" cy="1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7" name="Google Shape;417;p41"/>
          <p:cNvSpPr txBox="1">
            <a:spLocks noGrp="1"/>
          </p:cNvSpPr>
          <p:nvPr>
            <p:ph type="subTitle" idx="3"/>
          </p:nvPr>
        </p:nvSpPr>
        <p:spPr>
          <a:xfrm>
            <a:off x="5169875" y="2128039"/>
            <a:ext cx="2088900" cy="1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8" name="Google Shape;418;p41"/>
          <p:cNvSpPr txBox="1">
            <a:spLocks noGrp="1"/>
          </p:cNvSpPr>
          <p:nvPr>
            <p:ph type="subTitle" idx="4"/>
          </p:nvPr>
        </p:nvSpPr>
        <p:spPr>
          <a:xfrm>
            <a:off x="852075" y="1819034"/>
            <a:ext cx="2088900" cy="1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419" name="Google Shape;419;p41"/>
          <p:cNvSpPr txBox="1">
            <a:spLocks noGrp="1"/>
          </p:cNvSpPr>
          <p:nvPr>
            <p:ph type="subTitle" idx="5"/>
          </p:nvPr>
        </p:nvSpPr>
        <p:spPr>
          <a:xfrm>
            <a:off x="3046825" y="1819034"/>
            <a:ext cx="2088900" cy="1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420" name="Google Shape;420;p41"/>
          <p:cNvSpPr txBox="1">
            <a:spLocks noGrp="1"/>
          </p:cNvSpPr>
          <p:nvPr>
            <p:ph type="subTitle" idx="6"/>
          </p:nvPr>
        </p:nvSpPr>
        <p:spPr>
          <a:xfrm>
            <a:off x="5169875" y="1819034"/>
            <a:ext cx="2088900" cy="1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421" name="Google Shape;421;p41"/>
          <p:cNvSpPr txBox="1">
            <a:spLocks noGrp="1"/>
          </p:cNvSpPr>
          <p:nvPr>
            <p:ph type="subTitle" idx="7"/>
          </p:nvPr>
        </p:nvSpPr>
        <p:spPr>
          <a:xfrm>
            <a:off x="1961425" y="3735616"/>
            <a:ext cx="2088900" cy="1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422" name="Google Shape;422;p41"/>
          <p:cNvSpPr txBox="1">
            <a:spLocks noGrp="1"/>
          </p:cNvSpPr>
          <p:nvPr>
            <p:ph type="subTitle" idx="8"/>
          </p:nvPr>
        </p:nvSpPr>
        <p:spPr>
          <a:xfrm>
            <a:off x="4156175" y="3735616"/>
            <a:ext cx="2088900" cy="1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423" name="Google Shape;423;p41"/>
          <p:cNvSpPr txBox="1">
            <a:spLocks noGrp="1"/>
          </p:cNvSpPr>
          <p:nvPr>
            <p:ph type="subTitle" idx="9"/>
          </p:nvPr>
        </p:nvSpPr>
        <p:spPr>
          <a:xfrm>
            <a:off x="6279225" y="3735616"/>
            <a:ext cx="2088900" cy="1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3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424" name="Google Shape;424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Plan Roadmap">
  <p:cSld name="CUSTOM_10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2"/>
          <p:cNvSpPr txBox="1">
            <a:spLocks noGrp="1"/>
          </p:cNvSpPr>
          <p:nvPr>
            <p:ph type="title"/>
          </p:nvPr>
        </p:nvSpPr>
        <p:spPr>
          <a:xfrm>
            <a:off x="230900" y="457200"/>
            <a:ext cx="7141800" cy="5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7" name="Google Shape;427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sk &amp; Opportunity">
  <p:cSld name="CUSTOM_15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3"/>
          <p:cNvSpPr txBox="1">
            <a:spLocks noGrp="1"/>
          </p:cNvSpPr>
          <p:nvPr>
            <p:ph type="title"/>
          </p:nvPr>
        </p:nvSpPr>
        <p:spPr>
          <a:xfrm>
            <a:off x="230900" y="457200"/>
            <a:ext cx="4406400" cy="11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43"/>
          <p:cNvSpPr txBox="1">
            <a:spLocks noGrp="1"/>
          </p:cNvSpPr>
          <p:nvPr>
            <p:ph type="title" idx="2"/>
          </p:nvPr>
        </p:nvSpPr>
        <p:spPr>
          <a:xfrm>
            <a:off x="4514725" y="457200"/>
            <a:ext cx="4400700" cy="12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9pPr>
          </a:lstStyle>
          <a:p>
            <a:endParaRPr/>
          </a:p>
        </p:txBody>
      </p:sp>
      <p:cxnSp>
        <p:nvCxnSpPr>
          <p:cNvPr id="431" name="Google Shape;431;p43"/>
          <p:cNvCxnSpPr/>
          <p:nvPr/>
        </p:nvCxnSpPr>
        <p:spPr>
          <a:xfrm>
            <a:off x="230900" y="4920000"/>
            <a:ext cx="86844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2" name="Google Shape;432;p43"/>
          <p:cNvSpPr txBox="1">
            <a:spLocks noGrp="1"/>
          </p:cNvSpPr>
          <p:nvPr>
            <p:ph type="subTitle" idx="1"/>
          </p:nvPr>
        </p:nvSpPr>
        <p:spPr>
          <a:xfrm>
            <a:off x="1422025" y="1658925"/>
            <a:ext cx="3033600" cy="78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433" name="Google Shape;433;p43"/>
          <p:cNvSpPr txBox="1">
            <a:spLocks noGrp="1"/>
          </p:cNvSpPr>
          <p:nvPr>
            <p:ph type="subTitle" idx="3"/>
          </p:nvPr>
        </p:nvSpPr>
        <p:spPr>
          <a:xfrm>
            <a:off x="227092" y="1658925"/>
            <a:ext cx="1197000" cy="78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34" name="Google Shape;434;p43"/>
          <p:cNvSpPr txBox="1">
            <a:spLocks noGrp="1"/>
          </p:cNvSpPr>
          <p:nvPr>
            <p:ph type="subTitle" idx="4"/>
          </p:nvPr>
        </p:nvSpPr>
        <p:spPr>
          <a:xfrm>
            <a:off x="1420700" y="2446500"/>
            <a:ext cx="3033600" cy="78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435" name="Google Shape;435;p43"/>
          <p:cNvSpPr txBox="1">
            <a:spLocks noGrp="1"/>
          </p:cNvSpPr>
          <p:nvPr>
            <p:ph type="subTitle" idx="5"/>
          </p:nvPr>
        </p:nvSpPr>
        <p:spPr>
          <a:xfrm>
            <a:off x="225780" y="2446488"/>
            <a:ext cx="1197000" cy="78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36" name="Google Shape;436;p43"/>
          <p:cNvSpPr txBox="1">
            <a:spLocks noGrp="1"/>
          </p:cNvSpPr>
          <p:nvPr>
            <p:ph type="subTitle" idx="6"/>
          </p:nvPr>
        </p:nvSpPr>
        <p:spPr>
          <a:xfrm>
            <a:off x="1417850" y="3234225"/>
            <a:ext cx="3069900" cy="78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437" name="Google Shape;437;p43"/>
          <p:cNvSpPr txBox="1">
            <a:spLocks noGrp="1"/>
          </p:cNvSpPr>
          <p:nvPr>
            <p:ph type="subTitle" idx="7"/>
          </p:nvPr>
        </p:nvSpPr>
        <p:spPr>
          <a:xfrm>
            <a:off x="222930" y="3234225"/>
            <a:ext cx="1197000" cy="78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38" name="Google Shape;438;p43"/>
          <p:cNvSpPr txBox="1">
            <a:spLocks noGrp="1"/>
          </p:cNvSpPr>
          <p:nvPr>
            <p:ph type="subTitle" idx="8"/>
          </p:nvPr>
        </p:nvSpPr>
        <p:spPr>
          <a:xfrm>
            <a:off x="1417850" y="4077025"/>
            <a:ext cx="3033600" cy="78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439" name="Google Shape;439;p43"/>
          <p:cNvSpPr txBox="1">
            <a:spLocks noGrp="1"/>
          </p:cNvSpPr>
          <p:nvPr>
            <p:ph type="subTitle" idx="9"/>
          </p:nvPr>
        </p:nvSpPr>
        <p:spPr>
          <a:xfrm>
            <a:off x="222930" y="4077025"/>
            <a:ext cx="1197000" cy="78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40" name="Google Shape;440;p43"/>
          <p:cNvSpPr txBox="1">
            <a:spLocks noGrp="1"/>
          </p:cNvSpPr>
          <p:nvPr>
            <p:ph type="subTitle" idx="13"/>
          </p:nvPr>
        </p:nvSpPr>
        <p:spPr>
          <a:xfrm>
            <a:off x="5832225" y="1659800"/>
            <a:ext cx="3033600" cy="78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441" name="Google Shape;441;p43"/>
          <p:cNvSpPr txBox="1">
            <a:spLocks noGrp="1"/>
          </p:cNvSpPr>
          <p:nvPr>
            <p:ph type="subTitle" idx="14"/>
          </p:nvPr>
        </p:nvSpPr>
        <p:spPr>
          <a:xfrm>
            <a:off x="4637292" y="1659800"/>
            <a:ext cx="1197000" cy="78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42" name="Google Shape;442;p43"/>
          <p:cNvSpPr txBox="1">
            <a:spLocks noGrp="1"/>
          </p:cNvSpPr>
          <p:nvPr>
            <p:ph type="subTitle" idx="15"/>
          </p:nvPr>
        </p:nvSpPr>
        <p:spPr>
          <a:xfrm>
            <a:off x="5832225" y="2446050"/>
            <a:ext cx="3033600" cy="78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443" name="Google Shape;443;p43"/>
          <p:cNvSpPr txBox="1">
            <a:spLocks noGrp="1"/>
          </p:cNvSpPr>
          <p:nvPr>
            <p:ph type="subTitle" idx="16"/>
          </p:nvPr>
        </p:nvSpPr>
        <p:spPr>
          <a:xfrm>
            <a:off x="4637292" y="2446050"/>
            <a:ext cx="1197000" cy="78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44" name="Google Shape;444;p43"/>
          <p:cNvSpPr txBox="1">
            <a:spLocks noGrp="1"/>
          </p:cNvSpPr>
          <p:nvPr>
            <p:ph type="subTitle" idx="17"/>
          </p:nvPr>
        </p:nvSpPr>
        <p:spPr>
          <a:xfrm>
            <a:off x="5824250" y="3234225"/>
            <a:ext cx="3033600" cy="78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445" name="Google Shape;445;p43"/>
          <p:cNvSpPr txBox="1">
            <a:spLocks noGrp="1"/>
          </p:cNvSpPr>
          <p:nvPr>
            <p:ph type="subTitle" idx="18"/>
          </p:nvPr>
        </p:nvSpPr>
        <p:spPr>
          <a:xfrm>
            <a:off x="4629330" y="3234225"/>
            <a:ext cx="1197000" cy="78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46" name="Google Shape;446;p43"/>
          <p:cNvSpPr txBox="1">
            <a:spLocks noGrp="1"/>
          </p:cNvSpPr>
          <p:nvPr>
            <p:ph type="subTitle" idx="19"/>
          </p:nvPr>
        </p:nvSpPr>
        <p:spPr>
          <a:xfrm>
            <a:off x="5824250" y="4077025"/>
            <a:ext cx="3033600" cy="78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447" name="Google Shape;447;p43"/>
          <p:cNvSpPr txBox="1">
            <a:spLocks noGrp="1"/>
          </p:cNvSpPr>
          <p:nvPr>
            <p:ph type="subTitle" idx="20"/>
          </p:nvPr>
        </p:nvSpPr>
        <p:spPr>
          <a:xfrm>
            <a:off x="4629330" y="4077025"/>
            <a:ext cx="1197000" cy="78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48" name="Google Shape;448;p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Updates / Weekly">
  <p:cSld name="CUSTOM_16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" name="Google Shape;450;p44"/>
          <p:cNvGraphicFramePr/>
          <p:nvPr/>
        </p:nvGraphicFramePr>
        <p:xfrm>
          <a:off x="226313" y="142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{F68C0B7D-414A-4D06-8703-20C3257786CD}</a:tableStyleId>
              </a:tblPr>
              <a:tblGrid>
                <a:gridCol w="869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8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1" name="Google Shape;451;p44"/>
          <p:cNvGraphicFramePr/>
          <p:nvPr/>
        </p:nvGraphicFramePr>
        <p:xfrm>
          <a:off x="226300" y="2657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{F68C0B7D-414A-4D06-8703-20C3257786CD}</a:tableStyleId>
              </a:tblPr>
              <a:tblGrid>
                <a:gridCol w="869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8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2" name="Google Shape;452;p44"/>
          <p:cNvGraphicFramePr/>
          <p:nvPr/>
        </p:nvGraphicFramePr>
        <p:xfrm>
          <a:off x="226300" y="389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{F68C0B7D-414A-4D06-8703-20C3257786CD}</a:tableStyleId>
              </a:tblPr>
              <a:tblGrid>
                <a:gridCol w="869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8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3" name="Google Shape;453;p44"/>
          <p:cNvSpPr txBox="1">
            <a:spLocks noGrp="1"/>
          </p:cNvSpPr>
          <p:nvPr>
            <p:ph type="title"/>
          </p:nvPr>
        </p:nvSpPr>
        <p:spPr>
          <a:xfrm>
            <a:off x="230900" y="457200"/>
            <a:ext cx="44064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54" name="Google Shape;454;p44"/>
          <p:cNvSpPr txBox="1">
            <a:spLocks noGrp="1"/>
          </p:cNvSpPr>
          <p:nvPr>
            <p:ph type="subTitle" idx="1"/>
          </p:nvPr>
        </p:nvSpPr>
        <p:spPr>
          <a:xfrm>
            <a:off x="230900" y="1420775"/>
            <a:ext cx="2140200" cy="98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44"/>
          <p:cNvSpPr txBox="1">
            <a:spLocks noGrp="1"/>
          </p:cNvSpPr>
          <p:nvPr>
            <p:ph type="subTitle" idx="2"/>
          </p:nvPr>
        </p:nvSpPr>
        <p:spPr>
          <a:xfrm>
            <a:off x="230900" y="2657638"/>
            <a:ext cx="2140200" cy="98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44"/>
          <p:cNvSpPr txBox="1">
            <a:spLocks noGrp="1"/>
          </p:cNvSpPr>
          <p:nvPr>
            <p:ph type="subTitle" idx="3"/>
          </p:nvPr>
        </p:nvSpPr>
        <p:spPr>
          <a:xfrm>
            <a:off x="230900" y="3894525"/>
            <a:ext cx="2140200" cy="98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44"/>
          <p:cNvSpPr txBox="1">
            <a:spLocks noGrp="1"/>
          </p:cNvSpPr>
          <p:nvPr>
            <p:ph type="body" idx="4"/>
          </p:nvPr>
        </p:nvSpPr>
        <p:spPr>
          <a:xfrm>
            <a:off x="3376187" y="1420975"/>
            <a:ext cx="5424900" cy="9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458" name="Google Shape;458;p44"/>
          <p:cNvSpPr txBox="1">
            <a:spLocks noGrp="1"/>
          </p:cNvSpPr>
          <p:nvPr>
            <p:ph type="body" idx="5"/>
          </p:nvPr>
        </p:nvSpPr>
        <p:spPr>
          <a:xfrm>
            <a:off x="3376187" y="2657788"/>
            <a:ext cx="5424900" cy="9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459" name="Google Shape;459;p44"/>
          <p:cNvSpPr txBox="1">
            <a:spLocks noGrp="1"/>
          </p:cNvSpPr>
          <p:nvPr>
            <p:ph type="body" idx="6"/>
          </p:nvPr>
        </p:nvSpPr>
        <p:spPr>
          <a:xfrm>
            <a:off x="3375950" y="3894525"/>
            <a:ext cx="5424900" cy="9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460" name="Google Shape;460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Release">
  <p:cSld name="CUSTOM_13">
    <p:bg>
      <p:bgPr>
        <a:solidFill>
          <a:schemeClr val="dk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5"/>
          <p:cNvSpPr txBox="1">
            <a:spLocks noGrp="1"/>
          </p:cNvSpPr>
          <p:nvPr>
            <p:ph type="title"/>
          </p:nvPr>
        </p:nvSpPr>
        <p:spPr>
          <a:xfrm>
            <a:off x="230900" y="457200"/>
            <a:ext cx="4998300" cy="7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63" name="Google Shape;463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ape Appendix">
  <p:cSld name="CUSTOM_11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4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68" name="Google Shape;468;p4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69" name="Google Shape;469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72" name="Google Shape;472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76" name="Google Shape;476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79" name="Google Shape;479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80" name="Google Shape;480;p5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81" name="Google Shape;481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7" name="Google Shape;487;p5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88" name="Google Shape;488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91" name="Google Shape;491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5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5" name="Google Shape;495;p5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6" name="Google Shape;496;p5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7" name="Google Shape;497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  <p:sp>
        <p:nvSpPr>
          <p:cNvPr id="500" name="Google Shape;500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3" name="Google Shape;503;p5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04" name="Google Shape;504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"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8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509" name="Google Shape;509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0" name="Google Shape;510;p58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11" name="Google Shape;511;p58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12" name="Google Shape;512;p58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13" name="Google Shape;513;p58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14" name="Google Shape;514;p58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15" name="Google Shape;515;p58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518" name="Google Shape;518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19" name="Google Shape;519;p59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520" name="Google Shape;520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_1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3" name="Google Shape;523;p60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24" name="Google Shape;524;p60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25" name="Google Shape;525;p60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26" name="Google Shape;526;p60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27" name="Google Shape;527;p60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0" name="Google Shape;530;p61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31" name="Google Shape;531;p61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32" name="Google Shape;532;p61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33" name="Google Shape;533;p61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34" name="Google Shape;534;p61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35" name="Google Shape;535;p61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36" name="Google Shape;536;p61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_1"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9" name="Google Shape;539;p62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40" name="Google Shape;540;p62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41" name="Google Shape;541;p62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42" name="Google Shape;542;p62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43" name="Google Shape;543;p62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4" name="Google Shape;544;p62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5" name="Google Shape;545;p62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6" name="Google Shape;546;p62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7" name="Google Shape;547;p62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550" name="Google Shape;550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1" name="Google Shape;551;p63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4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54" name="Google Shape;554;p64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55" name="Google Shape;555;p64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64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57" name="Google Shape;557;p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8" name="Google Shape;558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559" name="Google Shape;559;p64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60" name="Google Shape;560;p64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5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63" name="Google Shape;563;p65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65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65" name="Google Shape;565;p65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66" name="Google Shape;566;p65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67" name="Google Shape;567;p65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68" name="Google Shape;568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9" name="Google Shape;569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65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71" name="Google Shape;571;p65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72" name="Google Shape;572;p65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6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8" name="Google Shape;578;p67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79" name="Google Shape;579;p67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p67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1" name="Google Shape;581;p67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2" name="Google Shape;582;p67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3" name="Google Shape;583;p67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67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585" name="Google Shape;585;p67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6" name="Google Shape;586;p67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87" name="Google Shape;587;p67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228600" y="457200"/>
            <a:ext cx="5120700" cy="13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1"/>
          </p:nvPr>
        </p:nvSpPr>
        <p:spPr>
          <a:xfrm>
            <a:off x="228600" y="3180525"/>
            <a:ext cx="8686800" cy="17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  <p:sldLayoutId id="2147483712" r:id="rId5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99">
          <p15:clr>
            <a:srgbClr val="E46962"/>
          </p15:clr>
        </p15:guide>
        <p15:guide id="2" pos="3744">
          <p15:clr>
            <a:srgbClr val="E46962"/>
          </p15:clr>
        </p15:guide>
        <p15:guide id="3" pos="144">
          <p15:clr>
            <a:srgbClr val="E46962"/>
          </p15:clr>
        </p15:guide>
        <p15:guide id="4" pos="216">
          <p15:clr>
            <a:srgbClr val="E46962"/>
          </p15:clr>
        </p15:guide>
        <p15:guide id="5" pos="593">
          <p15:clr>
            <a:srgbClr val="E46962"/>
          </p15:clr>
        </p15:guide>
        <p15:guide id="6" pos="669">
          <p15:clr>
            <a:srgbClr val="E46962"/>
          </p15:clr>
        </p15:guide>
        <p15:guide id="7" pos="1044">
          <p15:clr>
            <a:srgbClr val="E46962"/>
          </p15:clr>
        </p15:guide>
        <p15:guide id="8" pos="1119">
          <p15:clr>
            <a:srgbClr val="E46962"/>
          </p15:clr>
        </p15:guide>
        <p15:guide id="9" pos="1494">
          <p15:clr>
            <a:srgbClr val="E46962"/>
          </p15:clr>
        </p15:guide>
        <p15:guide id="10" pos="1569">
          <p15:clr>
            <a:srgbClr val="E46962"/>
          </p15:clr>
        </p15:guide>
        <p15:guide id="11" pos="1944">
          <p15:clr>
            <a:srgbClr val="E46962"/>
          </p15:clr>
        </p15:guide>
        <p15:guide id="12" pos="2019">
          <p15:clr>
            <a:srgbClr val="E46962"/>
          </p15:clr>
        </p15:guide>
        <p15:guide id="13" pos="2394">
          <p15:clr>
            <a:srgbClr val="E46962"/>
          </p15:clr>
        </p15:guide>
        <p15:guide id="14" pos="2469">
          <p15:clr>
            <a:srgbClr val="E46962"/>
          </p15:clr>
        </p15:guide>
        <p15:guide id="15" pos="2844">
          <p15:clr>
            <a:srgbClr val="E46962"/>
          </p15:clr>
        </p15:guide>
        <p15:guide id="16" pos="2919">
          <p15:clr>
            <a:srgbClr val="E46962"/>
          </p15:clr>
        </p15:guide>
        <p15:guide id="17" pos="3294">
          <p15:clr>
            <a:srgbClr val="E46962"/>
          </p15:clr>
        </p15:guide>
        <p15:guide id="18" pos="3370">
          <p15:clr>
            <a:srgbClr val="E46962"/>
          </p15:clr>
        </p15:guide>
        <p15:guide id="19" pos="3816">
          <p15:clr>
            <a:srgbClr val="E46962"/>
          </p15:clr>
        </p15:guide>
        <p15:guide id="20" pos="4194">
          <p15:clr>
            <a:srgbClr val="E46962"/>
          </p15:clr>
        </p15:guide>
        <p15:guide id="21" pos="4270">
          <p15:clr>
            <a:srgbClr val="E46962"/>
          </p15:clr>
        </p15:guide>
        <p15:guide id="22" pos="4644">
          <p15:clr>
            <a:srgbClr val="E46962"/>
          </p15:clr>
        </p15:guide>
        <p15:guide id="23" pos="4720">
          <p15:clr>
            <a:srgbClr val="E46962"/>
          </p15:clr>
        </p15:guide>
        <p15:guide id="24" pos="5094">
          <p15:clr>
            <a:srgbClr val="E46962"/>
          </p15:clr>
        </p15:guide>
        <p15:guide id="25" pos="5170">
          <p15:clr>
            <a:srgbClr val="E46962"/>
          </p15:clr>
        </p15:guide>
        <p15:guide id="26" pos="5544">
          <p15:clr>
            <a:srgbClr val="E46962"/>
          </p15:clr>
        </p15:guide>
        <p15:guide id="27" pos="5616">
          <p15:clr>
            <a:srgbClr val="E46962"/>
          </p15:clr>
        </p15:guide>
        <p15:guide id="28" orient="horz" pos="141">
          <p15:clr>
            <a:srgbClr val="E46962"/>
          </p15:clr>
        </p15:guide>
        <p15:guide id="29" orient="horz" pos="2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gif"/><Relationship Id="rId3" Type="http://schemas.openxmlformats.org/officeDocument/2006/relationships/image" Target="../media/image4.png"/><Relationship Id="rId7" Type="http://schemas.openxmlformats.org/officeDocument/2006/relationships/image" Target="../media/image8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68" descr="Forest dense with evergreen trees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518" b="7527"/>
          <a:stretch/>
        </p:blipFill>
        <p:spPr>
          <a:xfrm>
            <a:off x="0" y="0"/>
            <a:ext cx="9144003" cy="5143501"/>
          </a:xfrm>
          <a:prstGeom prst="rect">
            <a:avLst/>
          </a:prstGeom>
        </p:spPr>
      </p:pic>
      <p:sp>
        <p:nvSpPr>
          <p:cNvPr id="593" name="Google Shape;593;p68"/>
          <p:cNvSpPr txBox="1">
            <a:spLocks noGrp="1"/>
          </p:cNvSpPr>
          <p:nvPr>
            <p:ph type="title"/>
          </p:nvPr>
        </p:nvSpPr>
        <p:spPr>
          <a:xfrm>
            <a:off x="285750" y="1639500"/>
            <a:ext cx="8572500" cy="18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Insect Biomass &amp; Red-Listed Species</a:t>
            </a:r>
            <a:endParaRPr sz="6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4" name="Google Shape;594;p68"/>
          <p:cNvSpPr txBox="1">
            <a:spLocks noGrp="1"/>
          </p:cNvSpPr>
          <p:nvPr>
            <p:ph type="subTitle" idx="1"/>
          </p:nvPr>
        </p:nvSpPr>
        <p:spPr>
          <a:xfrm>
            <a:off x="342750" y="3820125"/>
            <a:ext cx="2286600" cy="5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Bavaria, Germany</a:t>
            </a:r>
            <a:endParaRPr/>
          </a:p>
        </p:txBody>
      </p:sp>
      <p:sp>
        <p:nvSpPr>
          <p:cNvPr id="595" name="Google Shape;595;p68"/>
          <p:cNvSpPr txBox="1">
            <a:spLocks noGrp="1"/>
          </p:cNvSpPr>
          <p:nvPr>
            <p:ph type="subTitle" idx="3"/>
          </p:nvPr>
        </p:nvSpPr>
        <p:spPr>
          <a:xfrm>
            <a:off x="6652800" y="3820125"/>
            <a:ext cx="2148300" cy="5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Arlette, Tyler, Andrei</a:t>
            </a:r>
            <a:endParaRPr/>
          </a:p>
        </p:txBody>
      </p:sp>
      <p:cxnSp>
        <p:nvCxnSpPr>
          <p:cNvPr id="596" name="Google Shape;596;p68"/>
          <p:cNvCxnSpPr/>
          <p:nvPr/>
        </p:nvCxnSpPr>
        <p:spPr>
          <a:xfrm>
            <a:off x="342750" y="1282588"/>
            <a:ext cx="8458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7" name="Google Shape;597;p68"/>
          <p:cNvCxnSpPr/>
          <p:nvPr/>
        </p:nvCxnSpPr>
        <p:spPr>
          <a:xfrm>
            <a:off x="342750" y="3860913"/>
            <a:ext cx="84585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9"/>
          <p:cNvSpPr txBox="1">
            <a:spLocks noGrp="1"/>
          </p:cNvSpPr>
          <p:nvPr>
            <p:ph type="title"/>
          </p:nvPr>
        </p:nvSpPr>
        <p:spPr>
          <a:xfrm>
            <a:off x="230900" y="457200"/>
            <a:ext cx="300525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603" name="Google Shape;603;p69"/>
          <p:cNvSpPr txBox="1">
            <a:spLocks noGrp="1"/>
          </p:cNvSpPr>
          <p:nvPr>
            <p:ph type="body" idx="2"/>
          </p:nvPr>
        </p:nvSpPr>
        <p:spPr>
          <a:xfrm>
            <a:off x="356288" y="2998625"/>
            <a:ext cx="2456400" cy="161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⬤ </a:t>
            </a:r>
            <a:r>
              <a:rPr lang="en" b="1"/>
              <a:t>Agricultural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⬤ </a:t>
            </a:r>
            <a:r>
              <a:rPr lang="en" b="1"/>
              <a:t>Urban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⬤ </a:t>
            </a:r>
            <a:r>
              <a:rPr lang="en" b="1"/>
              <a:t>Semi-Natural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endParaRPr/>
          </a:p>
        </p:txBody>
      </p:sp>
      <p:sp>
        <p:nvSpPr>
          <p:cNvPr id="604" name="Google Shape;604;p69"/>
          <p:cNvSpPr txBox="1">
            <a:spLocks noGrp="1"/>
          </p:cNvSpPr>
          <p:nvPr>
            <p:ph type="body" idx="3"/>
          </p:nvPr>
        </p:nvSpPr>
        <p:spPr>
          <a:xfrm>
            <a:off x="6308325" y="3113400"/>
            <a:ext cx="2456400" cy="161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⬤ </a:t>
            </a:r>
            <a:r>
              <a:rPr lang="en" b="1"/>
              <a:t>Forest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⬤ </a:t>
            </a:r>
            <a:r>
              <a:rPr lang="en" b="1"/>
              <a:t>Meadow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⬤ </a:t>
            </a:r>
            <a:r>
              <a:rPr lang="en" b="1"/>
              <a:t>Arable Field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⬤ </a:t>
            </a:r>
            <a:r>
              <a:rPr lang="en" b="1"/>
              <a:t>Settlement</a:t>
            </a:r>
            <a:endParaRPr/>
          </a:p>
        </p:txBody>
      </p:sp>
      <p:sp>
        <p:nvSpPr>
          <p:cNvPr id="605" name="Google Shape;605;p69"/>
          <p:cNvSpPr txBox="1">
            <a:spLocks noGrp="1"/>
          </p:cNvSpPr>
          <p:nvPr>
            <p:ph type="title" idx="4"/>
          </p:nvPr>
        </p:nvSpPr>
        <p:spPr>
          <a:xfrm>
            <a:off x="333350" y="2431250"/>
            <a:ext cx="2502300" cy="73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Landscape Types</a:t>
            </a:r>
            <a:endParaRPr/>
          </a:p>
        </p:txBody>
      </p:sp>
      <p:sp>
        <p:nvSpPr>
          <p:cNvPr id="606" name="Google Shape;606;p69"/>
          <p:cNvSpPr txBox="1">
            <a:spLocks noGrp="1"/>
          </p:cNvSpPr>
          <p:nvPr>
            <p:ph type="title" idx="6"/>
          </p:nvPr>
        </p:nvSpPr>
        <p:spPr>
          <a:xfrm>
            <a:off x="6308325" y="2431250"/>
            <a:ext cx="2502300" cy="73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Plot Types</a:t>
            </a:r>
            <a:endParaRPr/>
          </a:p>
        </p:txBody>
      </p:sp>
      <p:sp>
        <p:nvSpPr>
          <p:cNvPr id="607" name="Google Shape;607;p69"/>
          <p:cNvSpPr txBox="1">
            <a:spLocks noGrp="1"/>
          </p:cNvSpPr>
          <p:nvPr>
            <p:ph type="body" idx="7"/>
          </p:nvPr>
        </p:nvSpPr>
        <p:spPr>
          <a:xfrm>
            <a:off x="3436175" y="457200"/>
            <a:ext cx="5485800" cy="15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ts val="1100"/>
              <a:buNone/>
            </a:pPr>
            <a:r>
              <a:rPr lang="en" sz="1800">
                <a:solidFill>
                  <a:srgbClr val="FFFFFF"/>
                </a:solidFill>
              </a:rPr>
              <a:t>Malaise traps were set out on land plots to collect insects, the biomass of these collected insects and the number of red-listed (threatened) species was recorded.</a:t>
            </a:r>
            <a:endParaRPr/>
          </a:p>
        </p:txBody>
      </p:sp>
      <p:grpSp>
        <p:nvGrpSpPr>
          <p:cNvPr id="608" name="Google Shape;608;p69"/>
          <p:cNvGrpSpPr/>
          <p:nvPr/>
        </p:nvGrpSpPr>
        <p:grpSpPr>
          <a:xfrm>
            <a:off x="227875" y="223475"/>
            <a:ext cx="1214500" cy="170400"/>
            <a:chOff x="304025" y="203375"/>
            <a:chExt cx="1214500" cy="170400"/>
          </a:xfrm>
        </p:grpSpPr>
        <p:sp>
          <p:nvSpPr>
            <p:cNvPr id="609" name="Google Shape;609;p69"/>
            <p:cNvSpPr txBox="1"/>
            <p:nvPr/>
          </p:nvSpPr>
          <p:spPr>
            <a:xfrm>
              <a:off x="304025" y="203650"/>
              <a:ext cx="5787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Section</a:t>
              </a:r>
              <a:endParaRPr sz="800">
                <a:solidFill>
                  <a:schemeClr val="lt1"/>
                </a:solidFill>
              </a:endParaRPr>
            </a:p>
          </p:txBody>
        </p:sp>
        <p:sp>
          <p:nvSpPr>
            <p:cNvPr id="610" name="Google Shape;610;p69"/>
            <p:cNvSpPr txBox="1"/>
            <p:nvPr/>
          </p:nvSpPr>
          <p:spPr>
            <a:xfrm>
              <a:off x="1194225" y="203650"/>
              <a:ext cx="3243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12</a:t>
              </a:r>
              <a:endParaRPr sz="800">
                <a:solidFill>
                  <a:schemeClr val="lt1"/>
                </a:solidFill>
              </a:endParaRPr>
            </a:p>
          </p:txBody>
        </p:sp>
        <p:cxnSp>
          <p:nvCxnSpPr>
            <p:cNvPr id="611" name="Google Shape;611;p69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12" name="Google Shape;612;p69"/>
          <p:cNvSpPr txBox="1">
            <a:spLocks noGrp="1"/>
          </p:cNvSpPr>
          <p:nvPr>
            <p:ph type="sldNum" idx="12"/>
          </p:nvPr>
        </p:nvSpPr>
        <p:spPr>
          <a:xfrm>
            <a:off x="1105700" y="223000"/>
            <a:ext cx="336600" cy="1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fld>
            <a:endParaRPr sz="8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13" name="Google Shape;613;p69" title="bell-cricket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5200" y="1082725"/>
            <a:ext cx="1098600" cy="10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69" title="Screenshot 2026-03-10 at 1.01.1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9375" y="2417513"/>
            <a:ext cx="3005250" cy="277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0"/>
          <p:cNvSpPr txBox="1">
            <a:spLocks noGrp="1"/>
          </p:cNvSpPr>
          <p:nvPr>
            <p:ph type="title" idx="4294967295"/>
          </p:nvPr>
        </p:nvSpPr>
        <p:spPr>
          <a:xfrm>
            <a:off x="228600" y="223475"/>
            <a:ext cx="8807400" cy="11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3000" b="0">
                <a:solidFill>
                  <a:srgbClr val="FFFFFF"/>
                </a:solidFill>
              </a:rPr>
              <a:t>Comparing Biomass to Temp/Humidity</a:t>
            </a:r>
            <a:endParaRPr sz="3000" b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0" name="Google Shape;620;p70" title="スクリーンショット 2026-03-09 1955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924719"/>
            <a:ext cx="3302775" cy="1909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70" title="スクリーンショット 2026-03-09 19575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6217" y="924726"/>
            <a:ext cx="3345870" cy="19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70" title="スクリーンショット 2026-03-09 19562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02775" y="3001690"/>
            <a:ext cx="3302774" cy="1933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70" title="スクリーンショット 2026-03-09 19584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9143" y="3001688"/>
            <a:ext cx="3302776" cy="1949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70" title="rain.gi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3800" y="3204913"/>
            <a:ext cx="1419225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70" title="rain.gi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6200" y="3357313"/>
            <a:ext cx="1419225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70" title="sunny.gi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54660" y="1246852"/>
            <a:ext cx="1265301" cy="126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1"/>
          <p:cNvSpPr txBox="1">
            <a:spLocks noGrp="1"/>
          </p:cNvSpPr>
          <p:nvPr>
            <p:ph type="title"/>
          </p:nvPr>
        </p:nvSpPr>
        <p:spPr>
          <a:xfrm>
            <a:off x="228475" y="223000"/>
            <a:ext cx="8572500" cy="8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3000" b="0">
                <a:highlight>
                  <a:schemeClr val="dk1"/>
                </a:highlight>
              </a:rPr>
              <a:t>Range of Biomass Collected Across Plot and Landscape Types</a:t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632" name="Google Shape;632;p71"/>
          <p:cNvSpPr txBox="1">
            <a:spLocks noGrp="1"/>
          </p:cNvSpPr>
          <p:nvPr>
            <p:ph type="sldNum" idx="12"/>
          </p:nvPr>
        </p:nvSpPr>
        <p:spPr>
          <a:xfrm>
            <a:off x="1105675" y="223000"/>
            <a:ext cx="336600" cy="1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fld>
            <a:endParaRPr sz="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633" name="Google Shape;633;p71"/>
          <p:cNvCxnSpPr/>
          <p:nvPr/>
        </p:nvCxnSpPr>
        <p:spPr>
          <a:xfrm>
            <a:off x="1105075" y="223475"/>
            <a:ext cx="600" cy="17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34" name="Google Shape;634;p71" title="Screenshot 2026-03-10 at 12.32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875" y="1714100"/>
            <a:ext cx="4309501" cy="273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71" title="Screenshot 2026-03-10 at 12.33.0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4732" y="1714088"/>
            <a:ext cx="4465731" cy="280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2"/>
          <p:cNvSpPr txBox="1">
            <a:spLocks noGrp="1"/>
          </p:cNvSpPr>
          <p:nvPr>
            <p:ph type="title" idx="4294967295"/>
          </p:nvPr>
        </p:nvSpPr>
        <p:spPr>
          <a:xfrm>
            <a:off x="228600" y="153100"/>
            <a:ext cx="82698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3000" b="0">
                <a:solidFill>
                  <a:srgbClr val="FFFFFF"/>
                </a:solidFill>
              </a:rPr>
              <a:t>Range of Total Plot Biomass Across Plot and Landscape Types</a:t>
            </a:r>
            <a:endParaRPr b="0"/>
          </a:p>
        </p:txBody>
      </p:sp>
      <p:pic>
        <p:nvPicPr>
          <p:cNvPr id="641" name="Google Shape;641;p72" title="Screenshot 2026-03-10 at 12.32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6600" y="1290000"/>
            <a:ext cx="5839549" cy="369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73"/>
          <p:cNvSpPr txBox="1"/>
          <p:nvPr/>
        </p:nvSpPr>
        <p:spPr>
          <a:xfrm>
            <a:off x="228600" y="173250"/>
            <a:ext cx="8127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Total Insect Biomass Per Land/Plot Type</a:t>
            </a:r>
            <a:endParaRPr sz="30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47" name="Google Shape;647;p73" title="Screenshot 2026-03-10 at 12.22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0938" y="1051175"/>
            <a:ext cx="6486030" cy="369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2" name="Google Shape;652;p74"/>
          <p:cNvCxnSpPr/>
          <p:nvPr/>
        </p:nvCxnSpPr>
        <p:spPr>
          <a:xfrm>
            <a:off x="1105075" y="223475"/>
            <a:ext cx="600" cy="17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p74"/>
          <p:cNvSpPr txBox="1"/>
          <p:nvPr/>
        </p:nvSpPr>
        <p:spPr>
          <a:xfrm>
            <a:off x="228600" y="121950"/>
            <a:ext cx="8336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No. of Red-Listed Species by Plot and Landscape Type</a:t>
            </a:r>
            <a:endParaRPr sz="30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54" name="Google Shape;654;p74" title="00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32" y="1382550"/>
            <a:ext cx="4438376" cy="3194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74" title="00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9976" y="1382550"/>
            <a:ext cx="4438375" cy="319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75"/>
          <p:cNvSpPr txBox="1">
            <a:spLocks noGrp="1"/>
          </p:cNvSpPr>
          <p:nvPr>
            <p:ph type="title" idx="4294967295"/>
          </p:nvPr>
        </p:nvSpPr>
        <p:spPr>
          <a:xfrm>
            <a:off x="342900" y="333750"/>
            <a:ext cx="29748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661" name="Google Shape;661;p75"/>
          <p:cNvSpPr txBox="1">
            <a:spLocks noGrp="1"/>
          </p:cNvSpPr>
          <p:nvPr>
            <p:ph type="body" idx="4294967295"/>
          </p:nvPr>
        </p:nvSpPr>
        <p:spPr>
          <a:xfrm>
            <a:off x="342900" y="1321300"/>
            <a:ext cx="8458200" cy="25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No obvious hidden causal factors from weather.</a:t>
            </a:r>
            <a:endParaRPr sz="1800">
              <a:solidFill>
                <a:srgbClr val="FFFFF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Urban areas had the lowest total biomass but agricultural land &amp; especially arable fields had the lowest no. of red-listed species.</a:t>
            </a:r>
            <a:endParaRPr sz="1800">
              <a:solidFill>
                <a:srgbClr val="FFFFF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Semi-natural forests had the highest total biomass &amp; no. of red-listed species.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76" descr="Forest dense with evergreen trees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518" b="7527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76"/>
          <p:cNvSpPr txBox="1"/>
          <p:nvPr/>
        </p:nvSpPr>
        <p:spPr>
          <a:xfrm>
            <a:off x="228600" y="173250"/>
            <a:ext cx="81276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3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Shiny App</a:t>
            </a:r>
            <a:endParaRPr sz="30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68" name="Google Shape;668;p76" title="00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8623" y="921275"/>
            <a:ext cx="4560799" cy="4108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oard Meeting Presentation">
  <a:themeElements>
    <a:clrScheme name="Simple Light">
      <a:dk1>
        <a:srgbClr val="FFFCE9"/>
      </a:dk1>
      <a:lt1>
        <a:srgbClr val="093607"/>
      </a:lt1>
      <a:dk2>
        <a:srgbClr val="0B213F"/>
      </a:dk2>
      <a:lt2>
        <a:srgbClr val="D6D5CD"/>
      </a:lt2>
      <a:accent1>
        <a:srgbClr val="00000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FFFCE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Office PowerPoint</Application>
  <PresentationFormat>On-screen Show (16:9)</PresentationFormat>
  <Paragraphs>33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Crimson Pro Medium</vt:lpstr>
      <vt:lpstr>Arial</vt:lpstr>
      <vt:lpstr>Space Grotesk</vt:lpstr>
      <vt:lpstr>Roboto Slab</vt:lpstr>
      <vt:lpstr>Roboto</vt:lpstr>
      <vt:lpstr>Crimson Pro</vt:lpstr>
      <vt:lpstr>Marina</vt:lpstr>
      <vt:lpstr>Board Meeting Presentation</vt:lpstr>
      <vt:lpstr>Insect Biomass &amp; Red-Listed Species </vt:lpstr>
      <vt:lpstr>Introduction</vt:lpstr>
      <vt:lpstr>Comparing Biomass to Temp/Humidity </vt:lpstr>
      <vt:lpstr>Range of Biomass Collected Across Plot and Landscape Types</vt:lpstr>
      <vt:lpstr>Range of Total Plot Biomass Across Plot and Landscape Types</vt:lpstr>
      <vt:lpstr>PowerPoint Presentation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Lizzy Hall</dc:creator>
  <cp:lastModifiedBy>Lizzy Hall</cp:lastModifiedBy>
  <cp:revision>2</cp:revision>
  <dcterms:modified xsi:type="dcterms:W3CDTF">2026-03-12T17:57:30Z</dcterms:modified>
</cp:coreProperties>
</file>